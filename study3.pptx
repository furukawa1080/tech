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  <p:sldId id="286" r:id="rId4"/>
    <p:sldId id="28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4658C-D2FC-46D6-90FF-5996AF94709B}" v="1136" dt="2026-08-23T04:54:03.967"/>
    <p1510:client id="{D11CC9C9-BA52-45EF-87F3-DB01B4F86D35}" v="149" dt="2026-08-23T19:29:55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7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lang="ja-JP" altLang="en-US" smtClean="0"/>
              <a:t>2026/10/26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image" Target="../media/image42.png"/><Relationship Id="rId42" Type="http://schemas.openxmlformats.org/officeDocument/2006/relationships/image" Target="../media/image63.png"/><Relationship Id="rId47" Type="http://schemas.openxmlformats.org/officeDocument/2006/relationships/image" Target="../media/image68.png"/><Relationship Id="rId63" Type="http://schemas.openxmlformats.org/officeDocument/2006/relationships/image" Target="../media/image84.png"/><Relationship Id="rId68" Type="http://schemas.openxmlformats.org/officeDocument/2006/relationships/image" Target="../media/image89.png"/><Relationship Id="rId84" Type="http://schemas.openxmlformats.org/officeDocument/2006/relationships/image" Target="../media/image105.png"/><Relationship Id="rId89" Type="http://schemas.openxmlformats.org/officeDocument/2006/relationships/image" Target="../media/image110.png"/><Relationship Id="rId7" Type="http://schemas.openxmlformats.org/officeDocument/2006/relationships/image" Target="../media/image28.png"/><Relationship Id="rId71" Type="http://schemas.openxmlformats.org/officeDocument/2006/relationships/image" Target="../media/image92.png"/><Relationship Id="rId92" Type="http://schemas.openxmlformats.org/officeDocument/2006/relationships/image" Target="../media/image113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9" Type="http://schemas.openxmlformats.org/officeDocument/2006/relationships/image" Target="../media/image50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61.png"/><Relationship Id="rId45" Type="http://schemas.openxmlformats.org/officeDocument/2006/relationships/image" Target="../media/image66.png"/><Relationship Id="rId53" Type="http://schemas.openxmlformats.org/officeDocument/2006/relationships/image" Target="../media/image74.png"/><Relationship Id="rId58" Type="http://schemas.openxmlformats.org/officeDocument/2006/relationships/image" Target="../media/image79.png"/><Relationship Id="rId66" Type="http://schemas.openxmlformats.org/officeDocument/2006/relationships/image" Target="../media/image87.png"/><Relationship Id="rId74" Type="http://schemas.openxmlformats.org/officeDocument/2006/relationships/image" Target="../media/image95.png"/><Relationship Id="rId79" Type="http://schemas.openxmlformats.org/officeDocument/2006/relationships/image" Target="../media/image100.png"/><Relationship Id="rId87" Type="http://schemas.openxmlformats.org/officeDocument/2006/relationships/image" Target="../media/image108.png"/><Relationship Id="rId102" Type="http://schemas.openxmlformats.org/officeDocument/2006/relationships/image" Target="../media/image123.png"/><Relationship Id="rId5" Type="http://schemas.openxmlformats.org/officeDocument/2006/relationships/image" Target="../media/image26.png"/><Relationship Id="rId61" Type="http://schemas.openxmlformats.org/officeDocument/2006/relationships/image" Target="../media/image82.png"/><Relationship Id="rId82" Type="http://schemas.openxmlformats.org/officeDocument/2006/relationships/image" Target="../media/image103.png"/><Relationship Id="rId90" Type="http://schemas.openxmlformats.org/officeDocument/2006/relationships/image" Target="../media/image111.png"/><Relationship Id="rId95" Type="http://schemas.openxmlformats.org/officeDocument/2006/relationships/image" Target="../media/image116.png"/><Relationship Id="rId19" Type="http://schemas.openxmlformats.org/officeDocument/2006/relationships/image" Target="../media/image4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43" Type="http://schemas.openxmlformats.org/officeDocument/2006/relationships/image" Target="../media/image64.png"/><Relationship Id="rId48" Type="http://schemas.openxmlformats.org/officeDocument/2006/relationships/image" Target="../media/image69.png"/><Relationship Id="rId56" Type="http://schemas.openxmlformats.org/officeDocument/2006/relationships/image" Target="../media/image77.png"/><Relationship Id="rId64" Type="http://schemas.openxmlformats.org/officeDocument/2006/relationships/image" Target="../media/image85.png"/><Relationship Id="rId69" Type="http://schemas.openxmlformats.org/officeDocument/2006/relationships/image" Target="../media/image90.png"/><Relationship Id="rId77" Type="http://schemas.openxmlformats.org/officeDocument/2006/relationships/image" Target="../media/image98.png"/><Relationship Id="rId100" Type="http://schemas.openxmlformats.org/officeDocument/2006/relationships/image" Target="../media/image121.png"/><Relationship Id="rId105" Type="http://schemas.openxmlformats.org/officeDocument/2006/relationships/image" Target="../media/image126.png"/><Relationship Id="rId8" Type="http://schemas.openxmlformats.org/officeDocument/2006/relationships/image" Target="../media/image29.png"/><Relationship Id="rId51" Type="http://schemas.openxmlformats.org/officeDocument/2006/relationships/image" Target="../media/image72.png"/><Relationship Id="rId72" Type="http://schemas.openxmlformats.org/officeDocument/2006/relationships/image" Target="../media/image93.png"/><Relationship Id="rId80" Type="http://schemas.openxmlformats.org/officeDocument/2006/relationships/image" Target="../media/image101.png"/><Relationship Id="rId85" Type="http://schemas.openxmlformats.org/officeDocument/2006/relationships/image" Target="../media/image106.png"/><Relationship Id="rId93" Type="http://schemas.openxmlformats.org/officeDocument/2006/relationships/image" Target="../media/image114.png"/><Relationship Id="rId98" Type="http://schemas.openxmlformats.org/officeDocument/2006/relationships/image" Target="../media/image119.png"/><Relationship Id="rId3" Type="http://schemas.openxmlformats.org/officeDocument/2006/relationships/image" Target="../media/image24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46" Type="http://schemas.openxmlformats.org/officeDocument/2006/relationships/image" Target="../media/image67.png"/><Relationship Id="rId59" Type="http://schemas.openxmlformats.org/officeDocument/2006/relationships/image" Target="../media/image80.png"/><Relationship Id="rId67" Type="http://schemas.openxmlformats.org/officeDocument/2006/relationships/image" Target="../media/image88.png"/><Relationship Id="rId103" Type="http://schemas.openxmlformats.org/officeDocument/2006/relationships/image" Target="../media/image124.png"/><Relationship Id="rId20" Type="http://schemas.openxmlformats.org/officeDocument/2006/relationships/image" Target="../media/image41.png"/><Relationship Id="rId41" Type="http://schemas.openxmlformats.org/officeDocument/2006/relationships/image" Target="../media/image62.png"/><Relationship Id="rId54" Type="http://schemas.openxmlformats.org/officeDocument/2006/relationships/image" Target="../media/image75.png"/><Relationship Id="rId62" Type="http://schemas.openxmlformats.org/officeDocument/2006/relationships/image" Target="../media/image83.png"/><Relationship Id="rId70" Type="http://schemas.openxmlformats.org/officeDocument/2006/relationships/image" Target="../media/image91.png"/><Relationship Id="rId75" Type="http://schemas.openxmlformats.org/officeDocument/2006/relationships/image" Target="../media/image96.png"/><Relationship Id="rId83" Type="http://schemas.openxmlformats.org/officeDocument/2006/relationships/image" Target="../media/image104.png"/><Relationship Id="rId88" Type="http://schemas.openxmlformats.org/officeDocument/2006/relationships/image" Target="../media/image109.png"/><Relationship Id="rId91" Type="http://schemas.openxmlformats.org/officeDocument/2006/relationships/image" Target="../media/image112.png"/><Relationship Id="rId96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49" Type="http://schemas.openxmlformats.org/officeDocument/2006/relationships/image" Target="../media/image70.png"/><Relationship Id="rId57" Type="http://schemas.openxmlformats.org/officeDocument/2006/relationships/image" Target="../media/image78.png"/><Relationship Id="rId10" Type="http://schemas.openxmlformats.org/officeDocument/2006/relationships/image" Target="../media/image31.png"/><Relationship Id="rId31" Type="http://schemas.openxmlformats.org/officeDocument/2006/relationships/image" Target="../media/image52.png"/><Relationship Id="rId44" Type="http://schemas.openxmlformats.org/officeDocument/2006/relationships/image" Target="../media/image65.png"/><Relationship Id="rId52" Type="http://schemas.openxmlformats.org/officeDocument/2006/relationships/image" Target="../media/image73.png"/><Relationship Id="rId60" Type="http://schemas.openxmlformats.org/officeDocument/2006/relationships/image" Target="../media/image81.png"/><Relationship Id="rId65" Type="http://schemas.openxmlformats.org/officeDocument/2006/relationships/image" Target="../media/image86.png"/><Relationship Id="rId73" Type="http://schemas.openxmlformats.org/officeDocument/2006/relationships/image" Target="../media/image94.png"/><Relationship Id="rId78" Type="http://schemas.openxmlformats.org/officeDocument/2006/relationships/image" Target="../media/image99.png"/><Relationship Id="rId81" Type="http://schemas.openxmlformats.org/officeDocument/2006/relationships/image" Target="../media/image102.png"/><Relationship Id="rId86" Type="http://schemas.openxmlformats.org/officeDocument/2006/relationships/image" Target="../media/image107.png"/><Relationship Id="rId94" Type="http://schemas.openxmlformats.org/officeDocument/2006/relationships/image" Target="../media/image115.png"/><Relationship Id="rId99" Type="http://schemas.openxmlformats.org/officeDocument/2006/relationships/image" Target="../media/image120.png"/><Relationship Id="rId101" Type="http://schemas.openxmlformats.org/officeDocument/2006/relationships/image" Target="../media/image12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9" Type="http://schemas.openxmlformats.org/officeDocument/2006/relationships/image" Target="../media/image60.png"/><Relationship Id="rId34" Type="http://schemas.openxmlformats.org/officeDocument/2006/relationships/image" Target="../media/image55.png"/><Relationship Id="rId50" Type="http://schemas.openxmlformats.org/officeDocument/2006/relationships/image" Target="../media/image71.png"/><Relationship Id="rId55" Type="http://schemas.openxmlformats.org/officeDocument/2006/relationships/image" Target="../media/image76.png"/><Relationship Id="rId76" Type="http://schemas.openxmlformats.org/officeDocument/2006/relationships/image" Target="../media/image97.png"/><Relationship Id="rId97" Type="http://schemas.openxmlformats.org/officeDocument/2006/relationships/image" Target="../media/image118.png"/><Relationship Id="rId104" Type="http://schemas.openxmlformats.org/officeDocument/2006/relationships/image" Target="../media/image125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0.png"/><Relationship Id="rId39" Type="http://schemas.openxmlformats.org/officeDocument/2006/relationships/image" Target="../media/image113.png"/><Relationship Id="rId21" Type="http://schemas.openxmlformats.org/officeDocument/2006/relationships/image" Target="../media/image76.png"/><Relationship Id="rId34" Type="http://schemas.openxmlformats.org/officeDocument/2006/relationships/image" Target="../media/image86.png"/><Relationship Id="rId42" Type="http://schemas.openxmlformats.org/officeDocument/2006/relationships/image" Target="../media/image128.png"/><Relationship Id="rId47" Type="http://schemas.openxmlformats.org/officeDocument/2006/relationships/image" Target="../media/image132.png"/><Relationship Id="rId50" Type="http://schemas.openxmlformats.org/officeDocument/2006/relationships/image" Target="../media/image133.png"/><Relationship Id="rId55" Type="http://schemas.openxmlformats.org/officeDocument/2006/relationships/image" Target="../media/image138.png"/><Relationship Id="rId63" Type="http://schemas.openxmlformats.org/officeDocument/2006/relationships/image" Target="../media/image143.png"/><Relationship Id="rId68" Type="http://schemas.openxmlformats.org/officeDocument/2006/relationships/image" Target="../media/image101.png"/><Relationship Id="rId7" Type="http://schemas.openxmlformats.org/officeDocument/2006/relationships/image" Target="../media/image63.png"/><Relationship Id="rId2" Type="http://schemas.openxmlformats.org/officeDocument/2006/relationships/image" Target="../media/image23.png"/><Relationship Id="rId16" Type="http://schemas.openxmlformats.org/officeDocument/2006/relationships/image" Target="../media/image7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24" Type="http://schemas.openxmlformats.org/officeDocument/2006/relationships/image" Target="../media/image46.png"/><Relationship Id="rId32" Type="http://schemas.openxmlformats.org/officeDocument/2006/relationships/image" Target="../media/image85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45" Type="http://schemas.openxmlformats.org/officeDocument/2006/relationships/image" Target="../media/image117.png"/><Relationship Id="rId53" Type="http://schemas.openxmlformats.org/officeDocument/2006/relationships/image" Target="../media/image136.png"/><Relationship Id="rId58" Type="http://schemas.openxmlformats.org/officeDocument/2006/relationships/image" Target="../media/image141.png"/><Relationship Id="rId66" Type="http://schemas.openxmlformats.org/officeDocument/2006/relationships/image" Target="../media/image145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2.png"/><Relationship Id="rId36" Type="http://schemas.openxmlformats.org/officeDocument/2006/relationships/image" Target="../media/image88.png"/><Relationship Id="rId49" Type="http://schemas.openxmlformats.org/officeDocument/2006/relationships/image" Target="../media/image118.png"/><Relationship Id="rId57" Type="http://schemas.openxmlformats.org/officeDocument/2006/relationships/image" Target="../media/image140.png"/><Relationship Id="rId61" Type="http://schemas.openxmlformats.org/officeDocument/2006/relationships/image" Target="../media/image93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4.png"/><Relationship Id="rId44" Type="http://schemas.openxmlformats.org/officeDocument/2006/relationships/image" Target="../media/image130.png"/><Relationship Id="rId52" Type="http://schemas.openxmlformats.org/officeDocument/2006/relationships/image" Target="../media/image135.png"/><Relationship Id="rId60" Type="http://schemas.openxmlformats.org/officeDocument/2006/relationships/image" Target="../media/image91.png"/><Relationship Id="rId65" Type="http://schemas.openxmlformats.org/officeDocument/2006/relationships/image" Target="../media/image144.png"/><Relationship Id="rId4" Type="http://schemas.openxmlformats.org/officeDocument/2006/relationships/image" Target="../media/image60.png"/><Relationship Id="rId9" Type="http://schemas.openxmlformats.org/officeDocument/2006/relationships/image" Target="../media/image30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1.png"/><Relationship Id="rId30" Type="http://schemas.openxmlformats.org/officeDocument/2006/relationships/image" Target="../media/image83.png"/><Relationship Id="rId35" Type="http://schemas.openxmlformats.org/officeDocument/2006/relationships/image" Target="../media/image87.png"/><Relationship Id="rId43" Type="http://schemas.openxmlformats.org/officeDocument/2006/relationships/image" Target="../media/image129.png"/><Relationship Id="rId48" Type="http://schemas.openxmlformats.org/officeDocument/2006/relationships/image" Target="../media/image102.png"/><Relationship Id="rId56" Type="http://schemas.openxmlformats.org/officeDocument/2006/relationships/image" Target="../media/image139.png"/><Relationship Id="rId64" Type="http://schemas.openxmlformats.org/officeDocument/2006/relationships/image" Target="../media/image96.png"/><Relationship Id="rId69" Type="http://schemas.openxmlformats.org/officeDocument/2006/relationships/image" Target="../media/image147.png"/><Relationship Id="rId8" Type="http://schemas.openxmlformats.org/officeDocument/2006/relationships/image" Target="../media/image64.png"/><Relationship Id="rId51" Type="http://schemas.openxmlformats.org/officeDocument/2006/relationships/image" Target="../media/image134.png"/><Relationship Id="rId3" Type="http://schemas.openxmlformats.org/officeDocument/2006/relationships/image" Target="../media/image59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79.png"/><Relationship Id="rId33" Type="http://schemas.openxmlformats.org/officeDocument/2006/relationships/image" Target="../media/image53.png"/><Relationship Id="rId38" Type="http://schemas.openxmlformats.org/officeDocument/2006/relationships/image" Target="../media/image112.png"/><Relationship Id="rId46" Type="http://schemas.openxmlformats.org/officeDocument/2006/relationships/image" Target="../media/image131.png"/><Relationship Id="rId59" Type="http://schemas.openxmlformats.org/officeDocument/2006/relationships/image" Target="../media/image90.png"/><Relationship Id="rId67" Type="http://schemas.openxmlformats.org/officeDocument/2006/relationships/image" Target="../media/image146.png"/><Relationship Id="rId20" Type="http://schemas.openxmlformats.org/officeDocument/2006/relationships/image" Target="../media/image75.png"/><Relationship Id="rId41" Type="http://schemas.openxmlformats.org/officeDocument/2006/relationships/image" Target="../media/image115.png"/><Relationship Id="rId54" Type="http://schemas.openxmlformats.org/officeDocument/2006/relationships/image" Target="../media/image137.png"/><Relationship Id="rId62" Type="http://schemas.openxmlformats.org/officeDocument/2006/relationships/image" Target="../media/image142.png"/><Relationship Id="rId70" Type="http://schemas.openxmlformats.org/officeDocument/2006/relationships/image" Target="../media/image10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9883060D-22F1-92B8-532A-74BD2150BDE9}"/>
              </a:ext>
            </a:extLst>
          </p:cNvPr>
          <p:cNvSpPr/>
          <p:nvPr/>
        </p:nvSpPr>
        <p:spPr>
          <a:xfrm>
            <a:off x="3154326" y="287064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535D979-7572-9D38-B798-87EE1E680438}"/>
              </a:ext>
            </a:extLst>
          </p:cNvPr>
          <p:cNvSpPr/>
          <p:nvPr/>
        </p:nvSpPr>
        <p:spPr>
          <a:xfrm>
            <a:off x="3154326" y="3393884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C93F6E72-A78E-7746-9D56-782DB4CC9E2A}"/>
              </a:ext>
            </a:extLst>
          </p:cNvPr>
          <p:cNvSpPr/>
          <p:nvPr/>
        </p:nvSpPr>
        <p:spPr>
          <a:xfrm>
            <a:off x="3154326" y="391712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58F49D8-ABF4-8A30-9A2C-1E6A32396B5E}"/>
              </a:ext>
            </a:extLst>
          </p:cNvPr>
          <p:cNvSpPr/>
          <p:nvPr/>
        </p:nvSpPr>
        <p:spPr>
          <a:xfrm>
            <a:off x="4216046" y="258108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CAB6DFD-77AD-6268-163A-BC877B0E36E1}"/>
              </a:ext>
            </a:extLst>
          </p:cNvPr>
          <p:cNvSpPr/>
          <p:nvPr/>
        </p:nvSpPr>
        <p:spPr>
          <a:xfrm>
            <a:off x="4216046" y="3104324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195A96C-274B-734C-217B-BB96429F4EE4}"/>
              </a:ext>
            </a:extLst>
          </p:cNvPr>
          <p:cNvSpPr/>
          <p:nvPr/>
        </p:nvSpPr>
        <p:spPr>
          <a:xfrm>
            <a:off x="4216046" y="362756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CB65B71-96CF-5D02-3716-2AD82A10FC84}"/>
              </a:ext>
            </a:extLst>
          </p:cNvPr>
          <p:cNvSpPr/>
          <p:nvPr/>
        </p:nvSpPr>
        <p:spPr>
          <a:xfrm>
            <a:off x="4216046" y="4149389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49559919-F0D7-CA35-2475-DD393757082C}"/>
              </a:ext>
            </a:extLst>
          </p:cNvPr>
          <p:cNvSpPr/>
          <p:nvPr/>
        </p:nvSpPr>
        <p:spPr>
          <a:xfrm>
            <a:off x="5277766" y="258108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E1BC405F-DD34-195D-333D-8B88DA2558CD}"/>
              </a:ext>
            </a:extLst>
          </p:cNvPr>
          <p:cNvSpPr/>
          <p:nvPr/>
        </p:nvSpPr>
        <p:spPr>
          <a:xfrm>
            <a:off x="5277766" y="3104324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8B26B1B3-DC2D-F628-CC99-6C6274CB8AD2}"/>
              </a:ext>
            </a:extLst>
          </p:cNvPr>
          <p:cNvSpPr/>
          <p:nvPr/>
        </p:nvSpPr>
        <p:spPr>
          <a:xfrm>
            <a:off x="5277766" y="362756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5B802E8A-6FD0-3884-47DB-3A8E828F1D39}"/>
              </a:ext>
            </a:extLst>
          </p:cNvPr>
          <p:cNvSpPr/>
          <p:nvPr/>
        </p:nvSpPr>
        <p:spPr>
          <a:xfrm>
            <a:off x="5277766" y="4149389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35A928F-32DB-E37E-9B87-310C578B889F}"/>
              </a:ext>
            </a:extLst>
          </p:cNvPr>
          <p:cNvSpPr/>
          <p:nvPr/>
        </p:nvSpPr>
        <p:spPr>
          <a:xfrm>
            <a:off x="6339486" y="287064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C4260173-CC10-231C-232F-C235250DF27B}"/>
              </a:ext>
            </a:extLst>
          </p:cNvPr>
          <p:cNvSpPr/>
          <p:nvPr/>
        </p:nvSpPr>
        <p:spPr>
          <a:xfrm>
            <a:off x="6339486" y="3393884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BE1D28F-3A3A-7F46-E97D-5A9B24ACD4F1}"/>
              </a:ext>
            </a:extLst>
          </p:cNvPr>
          <p:cNvSpPr/>
          <p:nvPr/>
        </p:nvSpPr>
        <p:spPr>
          <a:xfrm>
            <a:off x="6339486" y="391712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EF53812-1859-A575-B69F-63B5C4CEF10B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3375305" y="269157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005B44D-374B-6B91-F0A9-C996C3F9592D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 flipV="1">
            <a:off x="3375305" y="269157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0C11C36-1ED5-7B93-6B7B-A84D5A7984FE}"/>
              </a:ext>
            </a:extLst>
          </p:cNvPr>
          <p:cNvCxnSpPr>
            <a:cxnSpLocks/>
            <a:stCxn id="2" idx="6"/>
            <a:endCxn id="10" idx="2"/>
          </p:cNvCxnSpPr>
          <p:nvPr/>
        </p:nvCxnSpPr>
        <p:spPr>
          <a:xfrm>
            <a:off x="3375305" y="2981134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F404263-24CA-F9D0-0017-9655E334CB0E}"/>
              </a:ext>
            </a:extLst>
          </p:cNvPr>
          <p:cNvCxnSpPr>
            <a:cxnSpLocks/>
            <a:stCxn id="3" idx="6"/>
            <a:endCxn id="9" idx="2"/>
          </p:cNvCxnSpPr>
          <p:nvPr/>
        </p:nvCxnSpPr>
        <p:spPr>
          <a:xfrm flipV="1">
            <a:off x="3375305" y="321481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1757E6E-0685-6210-07A4-B25412A02F2F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3375305" y="298113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5378813-6FEA-59D9-F2A2-9114970B76C1}"/>
              </a:ext>
            </a:extLst>
          </p:cNvPr>
          <p:cNvCxnSpPr>
            <a:cxnSpLocks/>
            <a:stCxn id="2" idx="6"/>
            <a:endCxn id="11" idx="2"/>
          </p:cNvCxnSpPr>
          <p:nvPr/>
        </p:nvCxnSpPr>
        <p:spPr>
          <a:xfrm>
            <a:off x="3375305" y="2981134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BDABCCB-878E-09A5-827C-12652E040E95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>
            <a:off x="3375305" y="350437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04E9C68A-6860-E91D-59E0-EAFEF08CEADF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3375305" y="3504374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ACBB3A1-3D76-929C-5EE3-E43F6410B6FF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 flipV="1">
            <a:off x="3375305" y="2691574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967E6465-BF27-5886-35E3-7B1D7E8FEDBE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 flipV="1">
            <a:off x="3375305" y="321481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F2B3D92-0A5E-5372-1916-88E4E3AB312C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 flipV="1">
            <a:off x="3375305" y="373805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71D9606A-B59D-B5AF-3878-7CA3553CF388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>
            <a:off x="3375305" y="4027614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2104C24F-B3BD-912D-E868-C1702A7548B8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4437025" y="2691574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E11BC990-ED48-5E71-6E1F-F5FA7C12EEC1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4437025" y="269157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61B275D5-B962-4FC1-1355-6F928D26BE9F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4437025" y="2691574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47FBC901-A07F-8872-449E-2142F2FEF80E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>
            <a:off x="4437025" y="3214814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CCAEF9BB-92AE-82EC-1CF7-1816E5617727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>
            <a:off x="4437025" y="269157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1EF2BE7F-E199-F06C-B606-5FB38F7598BE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4437025" y="2691574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8DC7D29-DD91-CDEE-D111-704889A2722C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>
            <a:off x="4437025" y="321481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0543749-3385-2917-420B-7EAC79F81CC0}"/>
              </a:ext>
            </a:extLst>
          </p:cNvPr>
          <p:cNvCxnSpPr>
            <a:cxnSpLocks/>
            <a:stCxn id="9" idx="6"/>
            <a:endCxn id="16" idx="2"/>
          </p:cNvCxnSpPr>
          <p:nvPr/>
        </p:nvCxnSpPr>
        <p:spPr>
          <a:xfrm>
            <a:off x="4437025" y="3214814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1336EC9-74ED-623F-CDCC-D299B4818C26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4437025" y="2691574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B8CF18D5-205C-3FE2-7812-C90DB18DB9F9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 flipV="1">
            <a:off x="4437025" y="321481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A17AD4D-966F-647E-48E2-5E730F6346DE}"/>
              </a:ext>
            </a:extLst>
          </p:cNvPr>
          <p:cNvCxnSpPr>
            <a:cxnSpLocks/>
            <a:stCxn id="10" idx="6"/>
            <a:endCxn id="15" idx="2"/>
          </p:cNvCxnSpPr>
          <p:nvPr/>
        </p:nvCxnSpPr>
        <p:spPr>
          <a:xfrm>
            <a:off x="4437025" y="3738054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4198D431-3075-ABFB-6A2C-B81008B8D396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4437025" y="3738054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86907110-A767-5909-8460-4DC9200BF500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 flipV="1">
            <a:off x="4437025" y="3214814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D2B904DD-28D7-E509-0D3E-49E969EE8B43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4437025" y="2691574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690A687A-DF53-73C0-60C9-EEE3B06B4DF0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4437025" y="3738054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F5591A5A-989D-F832-2F27-B3175DCB20E9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>
            <a:off x="4437025" y="4259879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9C67DCB2-9610-C9DB-5191-08B94FDDC375}"/>
              </a:ext>
            </a:extLst>
          </p:cNvPr>
          <p:cNvCxnSpPr>
            <a:cxnSpLocks/>
            <a:stCxn id="13" idx="6"/>
            <a:endCxn id="18" idx="2"/>
          </p:cNvCxnSpPr>
          <p:nvPr/>
        </p:nvCxnSpPr>
        <p:spPr>
          <a:xfrm>
            <a:off x="5498745" y="269157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074EDA8C-5C66-5DB8-12AE-808EE73E00C0}"/>
              </a:ext>
            </a:extLst>
          </p:cNvPr>
          <p:cNvCxnSpPr>
            <a:cxnSpLocks/>
            <a:stCxn id="14" idx="6"/>
            <a:endCxn id="18" idx="2"/>
          </p:cNvCxnSpPr>
          <p:nvPr/>
        </p:nvCxnSpPr>
        <p:spPr>
          <a:xfrm flipV="1">
            <a:off x="5498745" y="298113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52B5512D-6B8F-50C3-BD20-3EEDD616EE92}"/>
              </a:ext>
            </a:extLst>
          </p:cNvPr>
          <p:cNvCxnSpPr>
            <a:cxnSpLocks/>
            <a:stCxn id="13" idx="6"/>
            <a:endCxn id="20" idx="2"/>
          </p:cNvCxnSpPr>
          <p:nvPr/>
        </p:nvCxnSpPr>
        <p:spPr>
          <a:xfrm>
            <a:off x="5498745" y="2691574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492AFC20-5A7F-1D6D-391F-07821ED69F26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5498745" y="321481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16BF42A5-1016-EC20-1AB1-203164ECAD25}"/>
              </a:ext>
            </a:extLst>
          </p:cNvPr>
          <p:cNvCxnSpPr>
            <a:cxnSpLocks/>
            <a:stCxn id="13" idx="6"/>
            <a:endCxn id="19" idx="2"/>
          </p:cNvCxnSpPr>
          <p:nvPr/>
        </p:nvCxnSpPr>
        <p:spPr>
          <a:xfrm>
            <a:off x="5498745" y="269157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74A1373A-041B-F44D-57D7-02DF77A12B4F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 flipV="1">
            <a:off x="5498745" y="3504374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3E457AAB-3EB6-0634-4BEF-AD81CA7C2E26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5498745" y="373805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51E4FED0-9D4F-981A-E2D8-50EB2032F0ED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 flipV="1">
            <a:off x="5498745" y="4027614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CD683FF1-CB70-41C4-9E9D-79C706B800D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 flipV="1">
            <a:off x="5498745" y="2981134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30CFD044-BE4C-1D6E-A8ED-8403437C19D5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 flipV="1">
            <a:off x="5498745" y="2981134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DD36F971-18EC-34DE-5760-516A3EA71663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 flipV="1">
            <a:off x="5498745" y="350437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28E02C98-1AD9-1F19-9B4B-A79FEF8AC86E}"/>
              </a:ext>
            </a:extLst>
          </p:cNvPr>
          <p:cNvCxnSpPr>
            <a:cxnSpLocks/>
            <a:stCxn id="14" idx="6"/>
            <a:endCxn id="19" idx="2"/>
          </p:cNvCxnSpPr>
          <p:nvPr/>
        </p:nvCxnSpPr>
        <p:spPr>
          <a:xfrm>
            <a:off x="5498745" y="321481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FB31C028-109B-B70E-3259-D7B224C39D3D}"/>
              </a:ext>
            </a:extLst>
          </p:cNvPr>
          <p:cNvSpPr txBox="1"/>
          <p:nvPr/>
        </p:nvSpPr>
        <p:spPr>
          <a:xfrm>
            <a:off x="317500" y="1397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構造化プルーニング</a:t>
            </a:r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BAE70825-7BF3-96A7-BB37-F59CA08CFD7F}"/>
              </a:ext>
            </a:extLst>
          </p:cNvPr>
          <p:cNvSpPr txBox="1"/>
          <p:nvPr/>
        </p:nvSpPr>
        <p:spPr>
          <a:xfrm>
            <a:off x="328576" y="53744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非構造化プルーニング</a:t>
            </a:r>
          </a:p>
        </p:txBody>
      </p: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C958ED56-7B95-66FD-FC58-76BA69AD9CCB}"/>
              </a:ext>
            </a:extLst>
          </p:cNvPr>
          <p:cNvSpPr txBox="1"/>
          <p:nvPr/>
        </p:nvSpPr>
        <p:spPr>
          <a:xfrm>
            <a:off x="332809" y="101167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物体検出の後処理</a:t>
            </a:r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B50783C1-982C-1BA2-5FF7-A088DDC3BE42}"/>
              </a:ext>
            </a:extLst>
          </p:cNvPr>
          <p:cNvSpPr txBox="1"/>
          <p:nvPr/>
        </p:nvSpPr>
        <p:spPr>
          <a:xfrm>
            <a:off x="298943" y="143002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セグメンテーションの後処理</a:t>
            </a: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02631A86-03B4-3444-E46D-910830C42855}"/>
              </a:ext>
            </a:extLst>
          </p:cNvPr>
          <p:cNvSpPr txBox="1"/>
          <p:nvPr/>
        </p:nvSpPr>
        <p:spPr>
          <a:xfrm>
            <a:off x="355274" y="191337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物体認識の後処理</a:t>
            </a:r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1C08366D-04D0-B653-A903-D5A9F96F2F02}"/>
              </a:ext>
            </a:extLst>
          </p:cNvPr>
          <p:cNvSpPr txBox="1"/>
          <p:nvPr/>
        </p:nvSpPr>
        <p:spPr>
          <a:xfrm>
            <a:off x="3506789" y="680016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mAP</a:t>
            </a:r>
            <a:endParaRPr kumimoji="1" lang="ja-JP" altLang="en-US" dirty="0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DA666707-26A9-A2F7-6380-E1CD7CDBED5B}"/>
              </a:ext>
            </a:extLst>
          </p:cNvPr>
          <p:cNvSpPr txBox="1"/>
          <p:nvPr/>
        </p:nvSpPr>
        <p:spPr>
          <a:xfrm>
            <a:off x="3535364" y="1026303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mIoU</a:t>
            </a:r>
            <a:endParaRPr kumimoji="1" lang="ja-JP" altLang="en-US" dirty="0"/>
          </a:p>
        </p:txBody>
      </p:sp>
      <p:sp>
        <p:nvSpPr>
          <p:cNvPr id="276" name="テキスト ボックス 275">
            <a:extLst>
              <a:ext uri="{FF2B5EF4-FFF2-40B4-BE49-F238E27FC236}">
                <a16:creationId xmlns:a16="http://schemas.microsoft.com/office/drawing/2014/main" id="{8C56A96E-7F8E-0E45-9078-7DF92C32E748}"/>
              </a:ext>
            </a:extLst>
          </p:cNvPr>
          <p:cNvSpPr txBox="1"/>
          <p:nvPr/>
        </p:nvSpPr>
        <p:spPr>
          <a:xfrm>
            <a:off x="3613911" y="17419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入力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テキスト ボックス 278">
                <a:extLst>
                  <a:ext uri="{FF2B5EF4-FFF2-40B4-BE49-F238E27FC236}">
                    <a16:creationId xmlns:a16="http://schemas.microsoft.com/office/drawing/2014/main" id="{843B561C-0EB2-9B44-0C59-EC0CF37DAE3C}"/>
                  </a:ext>
                </a:extLst>
              </p:cNvPr>
              <p:cNvSpPr txBox="1"/>
              <p:nvPr/>
            </p:nvSpPr>
            <p:spPr>
              <a:xfrm>
                <a:off x="3210444" y="2908319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9" name="テキスト ボックス 278">
                <a:extLst>
                  <a:ext uri="{FF2B5EF4-FFF2-40B4-BE49-F238E27FC236}">
                    <a16:creationId xmlns:a16="http://schemas.microsoft.com/office/drawing/2014/main" id="{843B561C-0EB2-9B44-0C59-EC0CF37DA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44" y="2908319"/>
                <a:ext cx="123688" cy="123111"/>
              </a:xfrm>
              <a:prstGeom prst="rect">
                <a:avLst/>
              </a:prstGeom>
              <a:blipFill>
                <a:blip r:embed="rId2"/>
                <a:stretch>
                  <a:fillRect l="-15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テキスト ボックス 285">
                <a:extLst>
                  <a:ext uri="{FF2B5EF4-FFF2-40B4-BE49-F238E27FC236}">
                    <a16:creationId xmlns:a16="http://schemas.microsoft.com/office/drawing/2014/main" id="{8617DA1B-81E5-08D4-82D1-371A02185429}"/>
                  </a:ext>
                </a:extLst>
              </p:cNvPr>
              <p:cNvSpPr txBox="1"/>
              <p:nvPr/>
            </p:nvSpPr>
            <p:spPr>
              <a:xfrm>
                <a:off x="3210443" y="3428929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6" name="テキスト ボックス 285">
                <a:extLst>
                  <a:ext uri="{FF2B5EF4-FFF2-40B4-BE49-F238E27FC236}">
                    <a16:creationId xmlns:a16="http://schemas.microsoft.com/office/drawing/2014/main" id="{8617DA1B-81E5-08D4-82D1-371A02185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43" y="3428929"/>
                <a:ext cx="126060" cy="123111"/>
              </a:xfrm>
              <a:prstGeom prst="rect">
                <a:avLst/>
              </a:prstGeom>
              <a:blipFill>
                <a:blip r:embed="rId3"/>
                <a:stretch>
                  <a:fillRect l="-15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テキスト ボックス 286">
                <a:extLst>
                  <a:ext uri="{FF2B5EF4-FFF2-40B4-BE49-F238E27FC236}">
                    <a16:creationId xmlns:a16="http://schemas.microsoft.com/office/drawing/2014/main" id="{25D1CF69-BEA1-BDD9-809D-E3736DEBC62D}"/>
                  </a:ext>
                </a:extLst>
              </p:cNvPr>
              <p:cNvSpPr txBox="1"/>
              <p:nvPr/>
            </p:nvSpPr>
            <p:spPr>
              <a:xfrm>
                <a:off x="3207267" y="3954347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7" name="テキスト ボックス 286">
                <a:extLst>
                  <a:ext uri="{FF2B5EF4-FFF2-40B4-BE49-F238E27FC236}">
                    <a16:creationId xmlns:a16="http://schemas.microsoft.com/office/drawing/2014/main" id="{25D1CF69-BEA1-BDD9-809D-E3736DEBC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267" y="3954347"/>
                <a:ext cx="126060" cy="123111"/>
              </a:xfrm>
              <a:prstGeom prst="rect">
                <a:avLst/>
              </a:prstGeom>
              <a:blipFill>
                <a:blip r:embed="rId4"/>
                <a:stretch>
                  <a:fillRect l="-9524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テキスト ボックス 291">
                <a:extLst>
                  <a:ext uri="{FF2B5EF4-FFF2-40B4-BE49-F238E27FC236}">
                    <a16:creationId xmlns:a16="http://schemas.microsoft.com/office/drawing/2014/main" id="{ABC54424-4FDB-99EF-4A51-E1ACD8506630}"/>
                  </a:ext>
                </a:extLst>
              </p:cNvPr>
              <p:cNvSpPr txBox="1"/>
              <p:nvPr/>
            </p:nvSpPr>
            <p:spPr>
              <a:xfrm>
                <a:off x="4271042" y="2625721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92" name="テキスト ボックス 291">
                <a:extLst>
                  <a:ext uri="{FF2B5EF4-FFF2-40B4-BE49-F238E27FC236}">
                    <a16:creationId xmlns:a16="http://schemas.microsoft.com/office/drawing/2014/main" id="{ABC54424-4FDB-99EF-4A51-E1ACD850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042" y="2625721"/>
                <a:ext cx="118815" cy="123111"/>
              </a:xfrm>
              <a:prstGeom prst="rect">
                <a:avLst/>
              </a:prstGeom>
              <a:blipFill>
                <a:blip r:embed="rId5"/>
                <a:stretch>
                  <a:fillRect l="-26316" t="-5000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テキスト ボックス 292">
                <a:extLst>
                  <a:ext uri="{FF2B5EF4-FFF2-40B4-BE49-F238E27FC236}">
                    <a16:creationId xmlns:a16="http://schemas.microsoft.com/office/drawing/2014/main" id="{1573EC3C-B8B0-FA49-9E7E-FD6A445CC3FE}"/>
                  </a:ext>
                </a:extLst>
              </p:cNvPr>
              <p:cNvSpPr txBox="1"/>
              <p:nvPr/>
            </p:nvSpPr>
            <p:spPr>
              <a:xfrm>
                <a:off x="4268670" y="3154634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93" name="テキスト ボックス 292">
                <a:extLst>
                  <a:ext uri="{FF2B5EF4-FFF2-40B4-BE49-F238E27FC236}">
                    <a16:creationId xmlns:a16="http://schemas.microsoft.com/office/drawing/2014/main" id="{1573EC3C-B8B0-FA49-9E7E-FD6A445C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70" y="3154634"/>
                <a:ext cx="121187" cy="123111"/>
              </a:xfrm>
              <a:prstGeom prst="rect">
                <a:avLst/>
              </a:prstGeom>
              <a:blipFill>
                <a:blip r:embed="rId6"/>
                <a:stretch>
                  <a:fillRect l="-20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テキスト ボックス 293">
                <a:extLst>
                  <a:ext uri="{FF2B5EF4-FFF2-40B4-BE49-F238E27FC236}">
                    <a16:creationId xmlns:a16="http://schemas.microsoft.com/office/drawing/2014/main" id="{E2FF03CB-2823-53C5-406E-6CFD41CD080C}"/>
                  </a:ext>
                </a:extLst>
              </p:cNvPr>
              <p:cNvSpPr txBox="1"/>
              <p:nvPr/>
            </p:nvSpPr>
            <p:spPr>
              <a:xfrm>
                <a:off x="4265431" y="3680135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94" name="テキスト ボックス 293">
                <a:extLst>
                  <a:ext uri="{FF2B5EF4-FFF2-40B4-BE49-F238E27FC236}">
                    <a16:creationId xmlns:a16="http://schemas.microsoft.com/office/drawing/2014/main" id="{E2FF03CB-2823-53C5-406E-6CFD41CD0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431" y="3680135"/>
                <a:ext cx="121187" cy="123111"/>
              </a:xfrm>
              <a:prstGeom prst="rect">
                <a:avLst/>
              </a:prstGeom>
              <a:blipFill>
                <a:blip r:embed="rId7"/>
                <a:stretch>
                  <a:fillRect l="-25000" t="-5000" r="-1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テキスト ボックス 294">
                <a:extLst>
                  <a:ext uri="{FF2B5EF4-FFF2-40B4-BE49-F238E27FC236}">
                    <a16:creationId xmlns:a16="http://schemas.microsoft.com/office/drawing/2014/main" id="{97D06D7E-770F-1FB0-E31A-B0E6E5AFA14A}"/>
                  </a:ext>
                </a:extLst>
              </p:cNvPr>
              <p:cNvSpPr txBox="1"/>
              <p:nvPr/>
            </p:nvSpPr>
            <p:spPr>
              <a:xfrm>
                <a:off x="4269688" y="4199542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95" name="テキスト ボックス 294">
                <a:extLst>
                  <a:ext uri="{FF2B5EF4-FFF2-40B4-BE49-F238E27FC236}">
                    <a16:creationId xmlns:a16="http://schemas.microsoft.com/office/drawing/2014/main" id="{97D06D7E-770F-1FB0-E31A-B0E6E5AFA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688" y="4199542"/>
                <a:ext cx="121187" cy="123111"/>
              </a:xfrm>
              <a:prstGeom prst="rect">
                <a:avLst/>
              </a:prstGeom>
              <a:blipFill>
                <a:blip r:embed="rId8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テキスト ボックス 306">
                <a:extLst>
                  <a:ext uri="{FF2B5EF4-FFF2-40B4-BE49-F238E27FC236}">
                    <a16:creationId xmlns:a16="http://schemas.microsoft.com/office/drawing/2014/main" id="{4A329791-5370-D76D-E7C8-E661E766E635}"/>
                  </a:ext>
                </a:extLst>
              </p:cNvPr>
              <p:cNvSpPr txBox="1"/>
              <p:nvPr/>
            </p:nvSpPr>
            <p:spPr>
              <a:xfrm>
                <a:off x="5338376" y="2621673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07" name="テキスト ボックス 306">
                <a:extLst>
                  <a:ext uri="{FF2B5EF4-FFF2-40B4-BE49-F238E27FC236}">
                    <a16:creationId xmlns:a16="http://schemas.microsoft.com/office/drawing/2014/main" id="{4A329791-5370-D76D-E7C8-E661E766E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376" y="2621673"/>
                <a:ext cx="109965" cy="123111"/>
              </a:xfrm>
              <a:prstGeom prst="rect">
                <a:avLst/>
              </a:prstGeom>
              <a:blipFill>
                <a:blip r:embed="rId9"/>
                <a:stretch>
                  <a:fillRect l="-16667" r="-16667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テキスト ボックス 307">
                <a:extLst>
                  <a:ext uri="{FF2B5EF4-FFF2-40B4-BE49-F238E27FC236}">
                    <a16:creationId xmlns:a16="http://schemas.microsoft.com/office/drawing/2014/main" id="{1A3B2D40-CF29-174D-3584-95D6B8CD90BF}"/>
                  </a:ext>
                </a:extLst>
              </p:cNvPr>
              <p:cNvSpPr txBox="1"/>
              <p:nvPr/>
            </p:nvSpPr>
            <p:spPr>
              <a:xfrm>
                <a:off x="5331770" y="314423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08" name="テキスト ボックス 307">
                <a:extLst>
                  <a:ext uri="{FF2B5EF4-FFF2-40B4-BE49-F238E27FC236}">
                    <a16:creationId xmlns:a16="http://schemas.microsoft.com/office/drawing/2014/main" id="{1A3B2D40-CF29-174D-3584-95D6B8CD9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770" y="3144235"/>
                <a:ext cx="112338" cy="123111"/>
              </a:xfrm>
              <a:prstGeom prst="rect">
                <a:avLst/>
              </a:prstGeom>
              <a:blipFill>
                <a:blip r:embed="rId10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テキスト ボックス 308">
                <a:extLst>
                  <a:ext uri="{FF2B5EF4-FFF2-40B4-BE49-F238E27FC236}">
                    <a16:creationId xmlns:a16="http://schemas.microsoft.com/office/drawing/2014/main" id="{0C3891B3-307E-3EBA-2089-786C694E4211}"/>
                  </a:ext>
                </a:extLst>
              </p:cNvPr>
              <p:cNvSpPr txBox="1"/>
              <p:nvPr/>
            </p:nvSpPr>
            <p:spPr>
              <a:xfrm>
                <a:off x="5332765" y="3667619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09" name="テキスト ボックス 308">
                <a:extLst>
                  <a:ext uri="{FF2B5EF4-FFF2-40B4-BE49-F238E27FC236}">
                    <a16:creationId xmlns:a16="http://schemas.microsoft.com/office/drawing/2014/main" id="{0C3891B3-307E-3EBA-2089-786C694E4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765" y="3667619"/>
                <a:ext cx="112338" cy="123111"/>
              </a:xfrm>
              <a:prstGeom prst="rect">
                <a:avLst/>
              </a:prstGeom>
              <a:blipFill>
                <a:blip r:embed="rId11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テキスト ボックス 309">
                <a:extLst>
                  <a:ext uri="{FF2B5EF4-FFF2-40B4-BE49-F238E27FC236}">
                    <a16:creationId xmlns:a16="http://schemas.microsoft.com/office/drawing/2014/main" id="{8E5465F7-395C-A9BF-D2B7-2D1E57356D93}"/>
                  </a:ext>
                </a:extLst>
              </p:cNvPr>
              <p:cNvSpPr txBox="1"/>
              <p:nvPr/>
            </p:nvSpPr>
            <p:spPr>
              <a:xfrm>
                <a:off x="5330702" y="4185677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10" name="テキスト ボックス 309">
                <a:extLst>
                  <a:ext uri="{FF2B5EF4-FFF2-40B4-BE49-F238E27FC236}">
                    <a16:creationId xmlns:a16="http://schemas.microsoft.com/office/drawing/2014/main" id="{8E5465F7-395C-A9BF-D2B7-2D1E57356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02" y="4185677"/>
                <a:ext cx="112338" cy="123111"/>
              </a:xfrm>
              <a:prstGeom prst="rect">
                <a:avLst/>
              </a:prstGeom>
              <a:blipFill>
                <a:blip r:embed="rId12"/>
                <a:stretch>
                  <a:fillRect l="-10526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楕円 314">
            <a:extLst>
              <a:ext uri="{FF2B5EF4-FFF2-40B4-BE49-F238E27FC236}">
                <a16:creationId xmlns:a16="http://schemas.microsoft.com/office/drawing/2014/main" id="{7C0AE498-B927-EBC8-622B-ECBB0A373794}"/>
              </a:ext>
            </a:extLst>
          </p:cNvPr>
          <p:cNvSpPr/>
          <p:nvPr/>
        </p:nvSpPr>
        <p:spPr>
          <a:xfrm>
            <a:off x="6336718" y="3921358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テキスト ボックス 315">
                <a:extLst>
                  <a:ext uri="{FF2B5EF4-FFF2-40B4-BE49-F238E27FC236}">
                    <a16:creationId xmlns:a16="http://schemas.microsoft.com/office/drawing/2014/main" id="{CEBBFA43-EF18-C844-006A-AF11D5CAB447}"/>
                  </a:ext>
                </a:extLst>
              </p:cNvPr>
              <p:cNvSpPr txBox="1"/>
              <p:nvPr/>
            </p:nvSpPr>
            <p:spPr>
              <a:xfrm>
                <a:off x="6392836" y="2912553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16" name="テキスト ボックス 315">
                <a:extLst>
                  <a:ext uri="{FF2B5EF4-FFF2-40B4-BE49-F238E27FC236}">
                    <a16:creationId xmlns:a16="http://schemas.microsoft.com/office/drawing/2014/main" id="{CEBBFA43-EF18-C844-006A-AF11D5CAB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36" y="2912553"/>
                <a:ext cx="125291" cy="123111"/>
              </a:xfrm>
              <a:prstGeom prst="rect">
                <a:avLst/>
              </a:prstGeom>
              <a:blipFill>
                <a:blip r:embed="rId13"/>
                <a:stretch>
                  <a:fillRect l="-25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テキスト ボックス 316">
                <a:extLst>
                  <a:ext uri="{FF2B5EF4-FFF2-40B4-BE49-F238E27FC236}">
                    <a16:creationId xmlns:a16="http://schemas.microsoft.com/office/drawing/2014/main" id="{86FB9381-E807-B947-CED2-57F8722E0AF9}"/>
                  </a:ext>
                </a:extLst>
              </p:cNvPr>
              <p:cNvSpPr txBox="1"/>
              <p:nvPr/>
            </p:nvSpPr>
            <p:spPr>
              <a:xfrm>
                <a:off x="6392835" y="3433163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17" name="テキスト ボックス 316">
                <a:extLst>
                  <a:ext uri="{FF2B5EF4-FFF2-40B4-BE49-F238E27FC236}">
                    <a16:creationId xmlns:a16="http://schemas.microsoft.com/office/drawing/2014/main" id="{86FB9381-E807-B947-CED2-57F8722E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35" y="3433163"/>
                <a:ext cx="127664" cy="123111"/>
              </a:xfrm>
              <a:prstGeom prst="rect">
                <a:avLst/>
              </a:prstGeom>
              <a:blipFill>
                <a:blip r:embed="rId14"/>
                <a:stretch>
                  <a:fillRect l="-23810" r="-9524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テキスト ボックス 317">
                <a:extLst>
                  <a:ext uri="{FF2B5EF4-FFF2-40B4-BE49-F238E27FC236}">
                    <a16:creationId xmlns:a16="http://schemas.microsoft.com/office/drawing/2014/main" id="{F5BEDE9C-14DB-2383-E099-209D1DF02900}"/>
                  </a:ext>
                </a:extLst>
              </p:cNvPr>
              <p:cNvSpPr txBox="1"/>
              <p:nvPr/>
            </p:nvSpPr>
            <p:spPr>
              <a:xfrm>
                <a:off x="6389659" y="3958581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318" name="テキスト ボックス 317">
                <a:extLst>
                  <a:ext uri="{FF2B5EF4-FFF2-40B4-BE49-F238E27FC236}">
                    <a16:creationId xmlns:a16="http://schemas.microsoft.com/office/drawing/2014/main" id="{F5BEDE9C-14DB-2383-E099-209D1DF02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659" y="3958581"/>
                <a:ext cx="127664" cy="123111"/>
              </a:xfrm>
              <a:prstGeom prst="rect">
                <a:avLst/>
              </a:prstGeom>
              <a:blipFill>
                <a:blip r:embed="rId15"/>
                <a:stretch>
                  <a:fillRect l="-19048" r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テキスト ボックス 318">
                <a:extLst>
                  <a:ext uri="{FF2B5EF4-FFF2-40B4-BE49-F238E27FC236}">
                    <a16:creationId xmlns:a16="http://schemas.microsoft.com/office/drawing/2014/main" id="{6B9154BE-D70E-0846-0A78-1E8B044E13F6}"/>
                  </a:ext>
                </a:extLst>
              </p:cNvPr>
              <p:cNvSpPr txBox="1"/>
              <p:nvPr/>
            </p:nvSpPr>
            <p:spPr>
              <a:xfrm>
                <a:off x="3812581" y="2663422"/>
                <a:ext cx="164724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19" name="テキスト ボックス 318">
                <a:extLst>
                  <a:ext uri="{FF2B5EF4-FFF2-40B4-BE49-F238E27FC236}">
                    <a16:creationId xmlns:a16="http://schemas.microsoft.com/office/drawing/2014/main" id="{6B9154BE-D70E-0846-0A78-1E8B044E1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581" y="2663422"/>
                <a:ext cx="164724" cy="115288"/>
              </a:xfrm>
              <a:prstGeom prst="rect">
                <a:avLst/>
              </a:prstGeom>
              <a:blipFill>
                <a:blip r:embed="rId16"/>
                <a:stretch>
                  <a:fillRect l="-7407" t="-5263" r="-1481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2B99B442-89D3-812C-87EA-C8D3BFC38C19}"/>
                  </a:ext>
                </a:extLst>
              </p:cNvPr>
              <p:cNvSpPr txBox="1"/>
              <p:nvPr/>
            </p:nvSpPr>
            <p:spPr>
              <a:xfrm>
                <a:off x="3827008" y="2826582"/>
                <a:ext cx="164724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2B99B442-89D3-812C-87EA-C8D3BFC38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008" y="2826582"/>
                <a:ext cx="164724" cy="115416"/>
              </a:xfrm>
              <a:prstGeom prst="rect">
                <a:avLst/>
              </a:prstGeom>
              <a:blipFill>
                <a:blip r:embed="rId17"/>
                <a:stretch>
                  <a:fillRect l="-11111" t="-5263" r="-11111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テキスト ボックス 320">
                <a:extLst>
                  <a:ext uri="{FF2B5EF4-FFF2-40B4-BE49-F238E27FC236}">
                    <a16:creationId xmlns:a16="http://schemas.microsoft.com/office/drawing/2014/main" id="{249C6C60-772A-455E-E5A1-78F5B7B68DA2}"/>
                  </a:ext>
                </a:extLst>
              </p:cNvPr>
              <p:cNvSpPr txBox="1"/>
              <p:nvPr/>
            </p:nvSpPr>
            <p:spPr>
              <a:xfrm>
                <a:off x="4063865" y="2903350"/>
                <a:ext cx="16472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1" name="テキスト ボックス 320">
                <a:extLst>
                  <a:ext uri="{FF2B5EF4-FFF2-40B4-BE49-F238E27FC236}">
                    <a16:creationId xmlns:a16="http://schemas.microsoft.com/office/drawing/2014/main" id="{249C6C60-772A-455E-E5A1-78F5B7B6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65" y="2903350"/>
                <a:ext cx="164725" cy="115866"/>
              </a:xfrm>
              <a:prstGeom prst="rect">
                <a:avLst/>
              </a:prstGeom>
              <a:blipFill>
                <a:blip r:embed="rId18"/>
                <a:stretch>
                  <a:fillRect l="-11111" r="-11111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テキスト ボックス 321">
                <a:extLst>
                  <a:ext uri="{FF2B5EF4-FFF2-40B4-BE49-F238E27FC236}">
                    <a16:creationId xmlns:a16="http://schemas.microsoft.com/office/drawing/2014/main" id="{E08473FF-8A5C-6F18-9608-059DCD88D9F4}"/>
                  </a:ext>
                </a:extLst>
              </p:cNvPr>
              <p:cNvSpPr txBox="1"/>
              <p:nvPr/>
            </p:nvSpPr>
            <p:spPr>
              <a:xfrm>
                <a:off x="4052705" y="3914045"/>
                <a:ext cx="164725" cy="1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2" name="テキスト ボックス 321">
                <a:extLst>
                  <a:ext uri="{FF2B5EF4-FFF2-40B4-BE49-F238E27FC236}">
                    <a16:creationId xmlns:a16="http://schemas.microsoft.com/office/drawing/2014/main" id="{E08473FF-8A5C-6F18-9608-059DCD88D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05" y="3914045"/>
                <a:ext cx="164725" cy="119456"/>
              </a:xfrm>
              <a:prstGeom prst="rect">
                <a:avLst/>
              </a:prstGeom>
              <a:blipFill>
                <a:blip r:embed="rId19"/>
                <a:stretch>
                  <a:fillRect l="-11111" r="-11111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テキスト ボックス 322">
                <a:extLst>
                  <a:ext uri="{FF2B5EF4-FFF2-40B4-BE49-F238E27FC236}">
                    <a16:creationId xmlns:a16="http://schemas.microsoft.com/office/drawing/2014/main" id="{3AD76A45-58E5-4C61-7C73-1222DE7A776A}"/>
                  </a:ext>
                </a:extLst>
              </p:cNvPr>
              <p:cNvSpPr txBox="1"/>
              <p:nvPr/>
            </p:nvSpPr>
            <p:spPr>
              <a:xfrm>
                <a:off x="3769567" y="3986927"/>
                <a:ext cx="164725" cy="1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3" name="テキスト ボックス 322">
                <a:extLst>
                  <a:ext uri="{FF2B5EF4-FFF2-40B4-BE49-F238E27FC236}">
                    <a16:creationId xmlns:a16="http://schemas.microsoft.com/office/drawing/2014/main" id="{3AD76A45-58E5-4C61-7C73-1222DE7A7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67" y="3986927"/>
                <a:ext cx="164725" cy="119456"/>
              </a:xfrm>
              <a:prstGeom prst="rect">
                <a:avLst/>
              </a:prstGeom>
              <a:blipFill>
                <a:blip r:embed="rId20"/>
                <a:stretch>
                  <a:fillRect l="-7407" r="-14815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テキスト ボックス 323">
                <a:extLst>
                  <a:ext uri="{FF2B5EF4-FFF2-40B4-BE49-F238E27FC236}">
                    <a16:creationId xmlns:a16="http://schemas.microsoft.com/office/drawing/2014/main" id="{30E47954-CBE7-7E27-5AAF-C1B8A5BB8B12}"/>
                  </a:ext>
                </a:extLst>
              </p:cNvPr>
              <p:cNvSpPr txBox="1"/>
              <p:nvPr/>
            </p:nvSpPr>
            <p:spPr>
              <a:xfrm>
                <a:off x="3835888" y="4196827"/>
                <a:ext cx="164725" cy="1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4" name="テキスト ボックス 323">
                <a:extLst>
                  <a:ext uri="{FF2B5EF4-FFF2-40B4-BE49-F238E27FC236}">
                    <a16:creationId xmlns:a16="http://schemas.microsoft.com/office/drawing/2014/main" id="{30E47954-CBE7-7E27-5AAF-C1B8A5BB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888" y="4196827"/>
                <a:ext cx="164725" cy="119456"/>
              </a:xfrm>
              <a:prstGeom prst="rect">
                <a:avLst/>
              </a:prstGeom>
              <a:blipFill>
                <a:blip r:embed="rId21"/>
                <a:stretch>
                  <a:fillRect l="-7407" r="-14815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テキスト ボックス 324">
                <a:extLst>
                  <a:ext uri="{FF2B5EF4-FFF2-40B4-BE49-F238E27FC236}">
                    <a16:creationId xmlns:a16="http://schemas.microsoft.com/office/drawing/2014/main" id="{50CB6696-ED7C-1D4E-6BE4-D1D9B330C557}"/>
                  </a:ext>
                </a:extLst>
              </p:cNvPr>
              <p:cNvSpPr txBox="1"/>
              <p:nvPr/>
            </p:nvSpPr>
            <p:spPr>
              <a:xfrm>
                <a:off x="4914975" y="2567940"/>
                <a:ext cx="181075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5" name="テキスト ボックス 324">
                <a:extLst>
                  <a:ext uri="{FF2B5EF4-FFF2-40B4-BE49-F238E27FC236}">
                    <a16:creationId xmlns:a16="http://schemas.microsoft.com/office/drawing/2014/main" id="{50CB6696-ED7C-1D4E-6BE4-D1D9B330C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75" y="2567940"/>
                <a:ext cx="181075" cy="115288"/>
              </a:xfrm>
              <a:prstGeom prst="rect">
                <a:avLst/>
              </a:prstGeom>
              <a:blipFill>
                <a:blip r:embed="rId22"/>
                <a:stretch>
                  <a:fillRect l="-13333" t="-5263" r="-10000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テキスト ボックス 325">
                <a:extLst>
                  <a:ext uri="{FF2B5EF4-FFF2-40B4-BE49-F238E27FC236}">
                    <a16:creationId xmlns:a16="http://schemas.microsoft.com/office/drawing/2014/main" id="{80AB8C1D-FB80-A444-A8B1-AE3505D6F52A}"/>
                  </a:ext>
                </a:extLst>
              </p:cNvPr>
              <p:cNvSpPr txBox="1"/>
              <p:nvPr/>
            </p:nvSpPr>
            <p:spPr>
              <a:xfrm>
                <a:off x="4848131" y="2759963"/>
                <a:ext cx="181075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6" name="テキスト ボックス 325">
                <a:extLst>
                  <a:ext uri="{FF2B5EF4-FFF2-40B4-BE49-F238E27FC236}">
                    <a16:creationId xmlns:a16="http://schemas.microsoft.com/office/drawing/2014/main" id="{80AB8C1D-FB80-A444-A8B1-AE3505D6F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31" y="2759963"/>
                <a:ext cx="181075" cy="115416"/>
              </a:xfrm>
              <a:prstGeom prst="rect">
                <a:avLst/>
              </a:prstGeom>
              <a:blipFill>
                <a:blip r:embed="rId23"/>
                <a:stretch>
                  <a:fillRect l="-13333" t="-5263" r="-10000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テキスト ボックス 326">
                <a:extLst>
                  <a:ext uri="{FF2B5EF4-FFF2-40B4-BE49-F238E27FC236}">
                    <a16:creationId xmlns:a16="http://schemas.microsoft.com/office/drawing/2014/main" id="{DD16CA3A-D24D-53C3-8E4F-39016B76CB2F}"/>
                  </a:ext>
                </a:extLst>
              </p:cNvPr>
              <p:cNvSpPr txBox="1"/>
              <p:nvPr/>
            </p:nvSpPr>
            <p:spPr>
              <a:xfrm>
                <a:off x="4951634" y="2870644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7" name="テキスト ボックス 326">
                <a:extLst>
                  <a:ext uri="{FF2B5EF4-FFF2-40B4-BE49-F238E27FC236}">
                    <a16:creationId xmlns:a16="http://schemas.microsoft.com/office/drawing/2014/main" id="{DD16CA3A-D24D-53C3-8E4F-39016B76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634" y="2870644"/>
                <a:ext cx="181075" cy="115866"/>
              </a:xfrm>
              <a:prstGeom prst="rect">
                <a:avLst/>
              </a:prstGeom>
              <a:blipFill>
                <a:blip r:embed="rId24"/>
                <a:stretch>
                  <a:fillRect l="-13333" t="-5263" r="-10000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テキスト ボックス 327">
                <a:extLst>
                  <a:ext uri="{FF2B5EF4-FFF2-40B4-BE49-F238E27FC236}">
                    <a16:creationId xmlns:a16="http://schemas.microsoft.com/office/drawing/2014/main" id="{CB660634-DCE7-DCD4-7AC4-A2C1DD426B29}"/>
                  </a:ext>
                </a:extLst>
              </p:cNvPr>
              <p:cNvSpPr txBox="1"/>
              <p:nvPr/>
            </p:nvSpPr>
            <p:spPr>
              <a:xfrm>
                <a:off x="5155890" y="2902735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8" name="テキスト ボックス 327">
                <a:extLst>
                  <a:ext uri="{FF2B5EF4-FFF2-40B4-BE49-F238E27FC236}">
                    <a16:creationId xmlns:a16="http://schemas.microsoft.com/office/drawing/2014/main" id="{CB660634-DCE7-DCD4-7AC4-A2C1DD426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890" y="2902735"/>
                <a:ext cx="181075" cy="115866"/>
              </a:xfrm>
              <a:prstGeom prst="rect">
                <a:avLst/>
              </a:prstGeom>
              <a:blipFill>
                <a:blip r:embed="rId25"/>
                <a:stretch>
                  <a:fillRect l="-13793" t="-5263" r="-1034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テキスト ボックス 328">
                <a:extLst>
                  <a:ext uri="{FF2B5EF4-FFF2-40B4-BE49-F238E27FC236}">
                    <a16:creationId xmlns:a16="http://schemas.microsoft.com/office/drawing/2014/main" id="{6B74858A-368D-2821-32DC-B29093756730}"/>
                  </a:ext>
                </a:extLst>
              </p:cNvPr>
              <p:cNvSpPr txBox="1"/>
              <p:nvPr/>
            </p:nvSpPr>
            <p:spPr>
              <a:xfrm>
                <a:off x="5123365" y="3896478"/>
                <a:ext cx="181075" cy="11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29" name="テキスト ボックス 328">
                <a:extLst>
                  <a:ext uri="{FF2B5EF4-FFF2-40B4-BE49-F238E27FC236}">
                    <a16:creationId xmlns:a16="http://schemas.microsoft.com/office/drawing/2014/main" id="{6B74858A-368D-2821-32DC-B29093756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365" y="3896478"/>
                <a:ext cx="181075" cy="115737"/>
              </a:xfrm>
              <a:prstGeom prst="rect">
                <a:avLst/>
              </a:prstGeom>
              <a:blipFill>
                <a:blip r:embed="rId26"/>
                <a:stretch>
                  <a:fillRect l="-13333" t="-5263" r="-10000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テキスト ボックス 329">
                <a:extLst>
                  <a:ext uri="{FF2B5EF4-FFF2-40B4-BE49-F238E27FC236}">
                    <a16:creationId xmlns:a16="http://schemas.microsoft.com/office/drawing/2014/main" id="{919842D3-D095-E959-D0DA-35193E31EFB8}"/>
                  </a:ext>
                </a:extLst>
              </p:cNvPr>
              <p:cNvSpPr txBox="1"/>
              <p:nvPr/>
            </p:nvSpPr>
            <p:spPr>
              <a:xfrm>
                <a:off x="4918661" y="3938345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30" name="テキスト ボックス 329">
                <a:extLst>
                  <a:ext uri="{FF2B5EF4-FFF2-40B4-BE49-F238E27FC236}">
                    <a16:creationId xmlns:a16="http://schemas.microsoft.com/office/drawing/2014/main" id="{919842D3-D095-E959-D0DA-35193E31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661" y="3938345"/>
                <a:ext cx="181075" cy="115866"/>
              </a:xfrm>
              <a:prstGeom prst="rect">
                <a:avLst/>
              </a:prstGeom>
              <a:blipFill>
                <a:blip r:embed="rId27"/>
                <a:stretch>
                  <a:fillRect l="-13333" t="-5263" r="-666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テキスト ボックス 330">
                <a:extLst>
                  <a:ext uri="{FF2B5EF4-FFF2-40B4-BE49-F238E27FC236}">
                    <a16:creationId xmlns:a16="http://schemas.microsoft.com/office/drawing/2014/main" id="{053F6F00-DAC8-5DA3-13DF-9547B385BE30}"/>
                  </a:ext>
                </a:extLst>
              </p:cNvPr>
              <p:cNvSpPr txBox="1"/>
              <p:nvPr/>
            </p:nvSpPr>
            <p:spPr>
              <a:xfrm>
                <a:off x="4844112" y="4077458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31" name="テキスト ボックス 330">
                <a:extLst>
                  <a:ext uri="{FF2B5EF4-FFF2-40B4-BE49-F238E27FC236}">
                    <a16:creationId xmlns:a16="http://schemas.microsoft.com/office/drawing/2014/main" id="{053F6F00-DAC8-5DA3-13DF-9547B385B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12" y="4077458"/>
                <a:ext cx="181075" cy="115866"/>
              </a:xfrm>
              <a:prstGeom prst="rect">
                <a:avLst/>
              </a:prstGeom>
              <a:blipFill>
                <a:blip r:embed="rId28"/>
                <a:stretch>
                  <a:fillRect l="-13793" t="-5263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テキスト ボックス 331">
                <a:extLst>
                  <a:ext uri="{FF2B5EF4-FFF2-40B4-BE49-F238E27FC236}">
                    <a16:creationId xmlns:a16="http://schemas.microsoft.com/office/drawing/2014/main" id="{E20FED6E-2E92-B6FD-2678-DBC1F2025E84}"/>
                  </a:ext>
                </a:extLst>
              </p:cNvPr>
              <p:cNvSpPr txBox="1"/>
              <p:nvPr/>
            </p:nvSpPr>
            <p:spPr>
              <a:xfrm>
                <a:off x="4844112" y="4255395"/>
                <a:ext cx="181075" cy="1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32" name="テキスト ボックス 331">
                <a:extLst>
                  <a:ext uri="{FF2B5EF4-FFF2-40B4-BE49-F238E27FC236}">
                    <a16:creationId xmlns:a16="http://schemas.microsoft.com/office/drawing/2014/main" id="{E20FED6E-2E92-B6FD-2678-DBC1F2025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12" y="4255395"/>
                <a:ext cx="181075" cy="119456"/>
              </a:xfrm>
              <a:prstGeom prst="rect">
                <a:avLst/>
              </a:prstGeom>
              <a:blipFill>
                <a:blip r:embed="rId29"/>
                <a:stretch>
                  <a:fillRect l="-13793" t="-5000" r="-10345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テキスト ボックス 420">
                <a:extLst>
                  <a:ext uri="{FF2B5EF4-FFF2-40B4-BE49-F238E27FC236}">
                    <a16:creationId xmlns:a16="http://schemas.microsoft.com/office/drawing/2014/main" id="{0FAD97BB-A7E6-E4D1-B511-D3545B151555}"/>
                  </a:ext>
                </a:extLst>
              </p:cNvPr>
              <p:cNvSpPr txBox="1"/>
              <p:nvPr/>
            </p:nvSpPr>
            <p:spPr>
              <a:xfrm>
                <a:off x="5980187" y="2747454"/>
                <a:ext cx="176523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21" name="テキスト ボックス 420">
                <a:extLst>
                  <a:ext uri="{FF2B5EF4-FFF2-40B4-BE49-F238E27FC236}">
                    <a16:creationId xmlns:a16="http://schemas.microsoft.com/office/drawing/2014/main" id="{0FAD97BB-A7E6-E4D1-B511-D3545B151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87" y="2747454"/>
                <a:ext cx="176523" cy="115288"/>
              </a:xfrm>
              <a:prstGeom prst="rect">
                <a:avLst/>
              </a:prstGeom>
              <a:blipFill>
                <a:blip r:embed="rId30"/>
                <a:stretch>
                  <a:fillRect l="-13793" t="-5263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テキスト ボックス 421">
                <a:extLst>
                  <a:ext uri="{FF2B5EF4-FFF2-40B4-BE49-F238E27FC236}">
                    <a16:creationId xmlns:a16="http://schemas.microsoft.com/office/drawing/2014/main" id="{8C86D591-4888-3BB3-5288-F3C183DC3F5A}"/>
                  </a:ext>
                </a:extLst>
              </p:cNvPr>
              <p:cNvSpPr txBox="1"/>
              <p:nvPr/>
            </p:nvSpPr>
            <p:spPr>
              <a:xfrm>
                <a:off x="5937432" y="2933297"/>
                <a:ext cx="176523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22" name="テキスト ボックス 421">
                <a:extLst>
                  <a:ext uri="{FF2B5EF4-FFF2-40B4-BE49-F238E27FC236}">
                    <a16:creationId xmlns:a16="http://schemas.microsoft.com/office/drawing/2014/main" id="{8C86D591-4888-3BB3-5288-F3C183DC3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432" y="2933297"/>
                <a:ext cx="176523" cy="115416"/>
              </a:xfrm>
              <a:prstGeom prst="rect">
                <a:avLst/>
              </a:prstGeom>
              <a:blipFill>
                <a:blip r:embed="rId31"/>
                <a:stretch>
                  <a:fillRect l="-13793" r="-689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テキスト ボックス 422">
                <a:extLst>
                  <a:ext uri="{FF2B5EF4-FFF2-40B4-BE49-F238E27FC236}">
                    <a16:creationId xmlns:a16="http://schemas.microsoft.com/office/drawing/2014/main" id="{CEC723F6-D7F8-7C3E-1A94-73BA335B118B}"/>
                  </a:ext>
                </a:extLst>
              </p:cNvPr>
              <p:cNvSpPr txBox="1"/>
              <p:nvPr/>
            </p:nvSpPr>
            <p:spPr>
              <a:xfrm>
                <a:off x="5996208" y="3064656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23" name="テキスト ボックス 422">
                <a:extLst>
                  <a:ext uri="{FF2B5EF4-FFF2-40B4-BE49-F238E27FC236}">
                    <a16:creationId xmlns:a16="http://schemas.microsoft.com/office/drawing/2014/main" id="{CEC723F6-D7F8-7C3E-1A94-73BA335B1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08" y="3064656"/>
                <a:ext cx="176523" cy="115866"/>
              </a:xfrm>
              <a:prstGeom prst="rect">
                <a:avLst/>
              </a:prstGeom>
              <a:blipFill>
                <a:blip r:embed="rId32"/>
                <a:stretch>
                  <a:fillRect l="-13793" t="-5263" r="-6897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テキスト ボックス 423">
                <a:extLst>
                  <a:ext uri="{FF2B5EF4-FFF2-40B4-BE49-F238E27FC236}">
                    <a16:creationId xmlns:a16="http://schemas.microsoft.com/office/drawing/2014/main" id="{BF4D429A-DCAB-06D3-5A73-8D00F1021CD1}"/>
                  </a:ext>
                </a:extLst>
              </p:cNvPr>
              <p:cNvSpPr txBox="1"/>
              <p:nvPr/>
            </p:nvSpPr>
            <p:spPr>
              <a:xfrm>
                <a:off x="6208078" y="3179445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24" name="テキスト ボックス 423">
                <a:extLst>
                  <a:ext uri="{FF2B5EF4-FFF2-40B4-BE49-F238E27FC236}">
                    <a16:creationId xmlns:a16="http://schemas.microsoft.com/office/drawing/2014/main" id="{BF4D429A-DCAB-06D3-5A73-8D00F1021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078" y="3179445"/>
                <a:ext cx="176523" cy="115866"/>
              </a:xfrm>
              <a:prstGeom prst="rect">
                <a:avLst/>
              </a:prstGeom>
              <a:blipFill>
                <a:blip r:embed="rId33"/>
                <a:stretch>
                  <a:fillRect l="-13793" t="-5263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テキスト ボックス 441">
                <a:extLst>
                  <a:ext uri="{FF2B5EF4-FFF2-40B4-BE49-F238E27FC236}">
                    <a16:creationId xmlns:a16="http://schemas.microsoft.com/office/drawing/2014/main" id="{8B81DBAA-7F1F-3C2A-DB92-0603196B6D68}"/>
                  </a:ext>
                </a:extLst>
              </p:cNvPr>
              <p:cNvSpPr txBox="1"/>
              <p:nvPr/>
            </p:nvSpPr>
            <p:spPr>
              <a:xfrm>
                <a:off x="6208584" y="3714476"/>
                <a:ext cx="176523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42" name="テキスト ボックス 441">
                <a:extLst>
                  <a:ext uri="{FF2B5EF4-FFF2-40B4-BE49-F238E27FC236}">
                    <a16:creationId xmlns:a16="http://schemas.microsoft.com/office/drawing/2014/main" id="{8B81DBAA-7F1F-3C2A-DB92-0603196B6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584" y="3714476"/>
                <a:ext cx="176523" cy="115288"/>
              </a:xfrm>
              <a:prstGeom prst="rect">
                <a:avLst/>
              </a:prstGeom>
              <a:blipFill>
                <a:blip r:embed="rId34"/>
                <a:stretch>
                  <a:fillRect l="-13793" r="-1034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テキスト ボックス 442">
                <a:extLst>
                  <a:ext uri="{FF2B5EF4-FFF2-40B4-BE49-F238E27FC236}">
                    <a16:creationId xmlns:a16="http://schemas.microsoft.com/office/drawing/2014/main" id="{66D28785-36B9-B62C-4E40-C54333902D49}"/>
                  </a:ext>
                </a:extLst>
              </p:cNvPr>
              <p:cNvSpPr txBox="1"/>
              <p:nvPr/>
            </p:nvSpPr>
            <p:spPr>
              <a:xfrm>
                <a:off x="5891799" y="3741941"/>
                <a:ext cx="176523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43" name="テキスト ボックス 442">
                <a:extLst>
                  <a:ext uri="{FF2B5EF4-FFF2-40B4-BE49-F238E27FC236}">
                    <a16:creationId xmlns:a16="http://schemas.microsoft.com/office/drawing/2014/main" id="{66D28785-36B9-B62C-4E40-C54333902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799" y="3741941"/>
                <a:ext cx="176523" cy="115416"/>
              </a:xfrm>
              <a:prstGeom prst="rect">
                <a:avLst/>
              </a:prstGeom>
              <a:blipFill>
                <a:blip r:embed="rId35"/>
                <a:stretch>
                  <a:fillRect l="-14286" t="-5263" r="-10714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テキスト ボックス 443">
                <a:extLst>
                  <a:ext uri="{FF2B5EF4-FFF2-40B4-BE49-F238E27FC236}">
                    <a16:creationId xmlns:a16="http://schemas.microsoft.com/office/drawing/2014/main" id="{B99AAD49-6B19-A9A9-4558-BCD8D46166CE}"/>
                  </a:ext>
                </a:extLst>
              </p:cNvPr>
              <p:cNvSpPr txBox="1"/>
              <p:nvPr/>
            </p:nvSpPr>
            <p:spPr>
              <a:xfrm>
                <a:off x="5891862" y="3921358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44" name="テキスト ボックス 443">
                <a:extLst>
                  <a:ext uri="{FF2B5EF4-FFF2-40B4-BE49-F238E27FC236}">
                    <a16:creationId xmlns:a16="http://schemas.microsoft.com/office/drawing/2014/main" id="{B99AAD49-6B19-A9A9-4558-BCD8D4616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862" y="3921358"/>
                <a:ext cx="176523" cy="115866"/>
              </a:xfrm>
              <a:prstGeom prst="rect">
                <a:avLst/>
              </a:prstGeom>
              <a:blipFill>
                <a:blip r:embed="rId36"/>
                <a:stretch>
                  <a:fillRect l="-14286" r="-10714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テキスト ボックス 444">
                <a:extLst>
                  <a:ext uri="{FF2B5EF4-FFF2-40B4-BE49-F238E27FC236}">
                    <a16:creationId xmlns:a16="http://schemas.microsoft.com/office/drawing/2014/main" id="{29CFACA3-4606-06BB-D5A8-20AB3F98F91F}"/>
                  </a:ext>
                </a:extLst>
              </p:cNvPr>
              <p:cNvSpPr txBox="1"/>
              <p:nvPr/>
            </p:nvSpPr>
            <p:spPr>
              <a:xfrm>
                <a:off x="6045153" y="4089661"/>
                <a:ext cx="176523" cy="1152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445" name="テキスト ボックス 444">
                <a:extLst>
                  <a:ext uri="{FF2B5EF4-FFF2-40B4-BE49-F238E27FC236}">
                    <a16:creationId xmlns:a16="http://schemas.microsoft.com/office/drawing/2014/main" id="{29CFACA3-4606-06BB-D5A8-20AB3F98F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153" y="4089661"/>
                <a:ext cx="176523" cy="115224"/>
              </a:xfrm>
              <a:prstGeom prst="rect">
                <a:avLst/>
              </a:prstGeom>
              <a:blipFill>
                <a:blip r:embed="rId37"/>
                <a:stretch>
                  <a:fillRect l="-13793" t="-5263" r="-6897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楕円 445">
            <a:extLst>
              <a:ext uri="{FF2B5EF4-FFF2-40B4-BE49-F238E27FC236}">
                <a16:creationId xmlns:a16="http://schemas.microsoft.com/office/drawing/2014/main" id="{F160A4EA-85BB-3F82-D95B-374E3DCE2E7C}"/>
              </a:ext>
            </a:extLst>
          </p:cNvPr>
          <p:cNvSpPr/>
          <p:nvPr/>
        </p:nvSpPr>
        <p:spPr>
          <a:xfrm>
            <a:off x="9727354" y="67818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C5929A84-67BF-F00F-2C72-0E2FB4C20958}"/>
              </a:ext>
            </a:extLst>
          </p:cNvPr>
          <p:cNvSpPr/>
          <p:nvPr/>
        </p:nvSpPr>
        <p:spPr>
          <a:xfrm>
            <a:off x="9727354" y="120142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7E7503E5-F864-581B-D172-FB7C21321AC0}"/>
              </a:ext>
            </a:extLst>
          </p:cNvPr>
          <p:cNvSpPr/>
          <p:nvPr/>
        </p:nvSpPr>
        <p:spPr>
          <a:xfrm>
            <a:off x="9727354" y="172466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2425141A-6CFC-0E00-6D4F-9D9EF1D5B410}"/>
              </a:ext>
            </a:extLst>
          </p:cNvPr>
          <p:cNvSpPr/>
          <p:nvPr/>
        </p:nvSpPr>
        <p:spPr>
          <a:xfrm>
            <a:off x="10789074" y="38862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303591EB-89DC-9D61-2266-EA1D6249CB85}"/>
              </a:ext>
            </a:extLst>
          </p:cNvPr>
          <p:cNvSpPr/>
          <p:nvPr/>
        </p:nvSpPr>
        <p:spPr>
          <a:xfrm>
            <a:off x="10789074" y="91186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1" name="楕円 450">
            <a:extLst>
              <a:ext uri="{FF2B5EF4-FFF2-40B4-BE49-F238E27FC236}">
                <a16:creationId xmlns:a16="http://schemas.microsoft.com/office/drawing/2014/main" id="{86619180-E379-262B-5FC9-F16800F98738}"/>
              </a:ext>
            </a:extLst>
          </p:cNvPr>
          <p:cNvSpPr/>
          <p:nvPr/>
        </p:nvSpPr>
        <p:spPr>
          <a:xfrm>
            <a:off x="10789074" y="143510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2" name="楕円 451">
            <a:extLst>
              <a:ext uri="{FF2B5EF4-FFF2-40B4-BE49-F238E27FC236}">
                <a16:creationId xmlns:a16="http://schemas.microsoft.com/office/drawing/2014/main" id="{3A90B9D5-10CA-FA63-CD9C-E60E8765E245}"/>
              </a:ext>
            </a:extLst>
          </p:cNvPr>
          <p:cNvSpPr/>
          <p:nvPr/>
        </p:nvSpPr>
        <p:spPr>
          <a:xfrm>
            <a:off x="10789074" y="195692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3" name="楕円 452">
            <a:extLst>
              <a:ext uri="{FF2B5EF4-FFF2-40B4-BE49-F238E27FC236}">
                <a16:creationId xmlns:a16="http://schemas.microsoft.com/office/drawing/2014/main" id="{6AEAD779-E28F-926B-3822-89147680D9EC}"/>
              </a:ext>
            </a:extLst>
          </p:cNvPr>
          <p:cNvSpPr/>
          <p:nvPr/>
        </p:nvSpPr>
        <p:spPr>
          <a:xfrm>
            <a:off x="11850794" y="38862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4" name="楕円 453">
            <a:extLst>
              <a:ext uri="{FF2B5EF4-FFF2-40B4-BE49-F238E27FC236}">
                <a16:creationId xmlns:a16="http://schemas.microsoft.com/office/drawing/2014/main" id="{DE70AAF5-0A04-9150-1E8E-53F6961E5289}"/>
              </a:ext>
            </a:extLst>
          </p:cNvPr>
          <p:cNvSpPr/>
          <p:nvPr/>
        </p:nvSpPr>
        <p:spPr>
          <a:xfrm>
            <a:off x="11850794" y="91186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5" name="楕円 454">
            <a:extLst>
              <a:ext uri="{FF2B5EF4-FFF2-40B4-BE49-F238E27FC236}">
                <a16:creationId xmlns:a16="http://schemas.microsoft.com/office/drawing/2014/main" id="{E4A6F582-EB23-B8EF-7CDF-31BB9F00298C}"/>
              </a:ext>
            </a:extLst>
          </p:cNvPr>
          <p:cNvSpPr/>
          <p:nvPr/>
        </p:nvSpPr>
        <p:spPr>
          <a:xfrm>
            <a:off x="11850794" y="143510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6" name="楕円 455">
            <a:extLst>
              <a:ext uri="{FF2B5EF4-FFF2-40B4-BE49-F238E27FC236}">
                <a16:creationId xmlns:a16="http://schemas.microsoft.com/office/drawing/2014/main" id="{FC112687-999F-C070-483A-2D598718A15E}"/>
              </a:ext>
            </a:extLst>
          </p:cNvPr>
          <p:cNvSpPr/>
          <p:nvPr/>
        </p:nvSpPr>
        <p:spPr>
          <a:xfrm>
            <a:off x="11850794" y="195692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7" name="楕円 456">
            <a:extLst>
              <a:ext uri="{FF2B5EF4-FFF2-40B4-BE49-F238E27FC236}">
                <a16:creationId xmlns:a16="http://schemas.microsoft.com/office/drawing/2014/main" id="{458C9FA9-2159-C0B9-00A8-63C103DEB9FC}"/>
              </a:ext>
            </a:extLst>
          </p:cNvPr>
          <p:cNvSpPr/>
          <p:nvPr/>
        </p:nvSpPr>
        <p:spPr>
          <a:xfrm>
            <a:off x="12912514" y="67818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8" name="楕円 457">
            <a:extLst>
              <a:ext uri="{FF2B5EF4-FFF2-40B4-BE49-F238E27FC236}">
                <a16:creationId xmlns:a16="http://schemas.microsoft.com/office/drawing/2014/main" id="{71A04C0F-9C63-665E-8412-89776B6C5479}"/>
              </a:ext>
            </a:extLst>
          </p:cNvPr>
          <p:cNvSpPr/>
          <p:nvPr/>
        </p:nvSpPr>
        <p:spPr>
          <a:xfrm>
            <a:off x="12912514" y="120142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9" name="楕円 458">
            <a:extLst>
              <a:ext uri="{FF2B5EF4-FFF2-40B4-BE49-F238E27FC236}">
                <a16:creationId xmlns:a16="http://schemas.microsoft.com/office/drawing/2014/main" id="{4A0059E1-C8EA-A633-E369-96C603BAECE0}"/>
              </a:ext>
            </a:extLst>
          </p:cNvPr>
          <p:cNvSpPr/>
          <p:nvPr/>
        </p:nvSpPr>
        <p:spPr>
          <a:xfrm>
            <a:off x="12912514" y="172466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0" name="直線コネクタ 459">
            <a:extLst>
              <a:ext uri="{FF2B5EF4-FFF2-40B4-BE49-F238E27FC236}">
                <a16:creationId xmlns:a16="http://schemas.microsoft.com/office/drawing/2014/main" id="{CA539E2A-0AA5-E3A0-D798-39EBEE18F3B4}"/>
              </a:ext>
            </a:extLst>
          </p:cNvPr>
          <p:cNvCxnSpPr>
            <a:cxnSpLocks/>
            <a:stCxn id="446" idx="6"/>
            <a:endCxn id="449" idx="2"/>
          </p:cNvCxnSpPr>
          <p:nvPr/>
        </p:nvCxnSpPr>
        <p:spPr>
          <a:xfrm flipV="1">
            <a:off x="9948333" y="499110"/>
            <a:ext cx="840741" cy="28956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1" name="直線コネクタ 460">
            <a:extLst>
              <a:ext uri="{FF2B5EF4-FFF2-40B4-BE49-F238E27FC236}">
                <a16:creationId xmlns:a16="http://schemas.microsoft.com/office/drawing/2014/main" id="{A07D8B40-C8A9-C173-D5B8-F13908307C36}"/>
              </a:ext>
            </a:extLst>
          </p:cNvPr>
          <p:cNvCxnSpPr>
            <a:cxnSpLocks/>
            <a:stCxn id="447" idx="6"/>
            <a:endCxn id="449" idx="2"/>
          </p:cNvCxnSpPr>
          <p:nvPr/>
        </p:nvCxnSpPr>
        <p:spPr>
          <a:xfrm flipV="1">
            <a:off x="9948333" y="499110"/>
            <a:ext cx="840741" cy="8128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2" name="直線コネクタ 461">
            <a:extLst>
              <a:ext uri="{FF2B5EF4-FFF2-40B4-BE49-F238E27FC236}">
                <a16:creationId xmlns:a16="http://schemas.microsoft.com/office/drawing/2014/main" id="{11738486-1136-751D-18B4-1B902307C41F}"/>
              </a:ext>
            </a:extLst>
          </p:cNvPr>
          <p:cNvCxnSpPr>
            <a:cxnSpLocks/>
            <a:stCxn id="446" idx="6"/>
            <a:endCxn id="451" idx="2"/>
          </p:cNvCxnSpPr>
          <p:nvPr/>
        </p:nvCxnSpPr>
        <p:spPr>
          <a:xfrm>
            <a:off x="9948333" y="788670"/>
            <a:ext cx="840741" cy="75692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3" name="直線コネクタ 462">
            <a:extLst>
              <a:ext uri="{FF2B5EF4-FFF2-40B4-BE49-F238E27FC236}">
                <a16:creationId xmlns:a16="http://schemas.microsoft.com/office/drawing/2014/main" id="{81C2DAF9-777E-2CFC-3F64-693801983657}"/>
              </a:ext>
            </a:extLst>
          </p:cNvPr>
          <p:cNvCxnSpPr>
            <a:cxnSpLocks/>
            <a:stCxn id="447" idx="6"/>
            <a:endCxn id="450" idx="2"/>
          </p:cNvCxnSpPr>
          <p:nvPr/>
        </p:nvCxnSpPr>
        <p:spPr>
          <a:xfrm flipV="1">
            <a:off x="9948333" y="1022350"/>
            <a:ext cx="840741" cy="28956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直線コネクタ 463">
            <a:extLst>
              <a:ext uri="{FF2B5EF4-FFF2-40B4-BE49-F238E27FC236}">
                <a16:creationId xmlns:a16="http://schemas.microsoft.com/office/drawing/2014/main" id="{5D4D1BD0-535A-4667-7371-68014DFA35DC}"/>
              </a:ext>
            </a:extLst>
          </p:cNvPr>
          <p:cNvCxnSpPr>
            <a:cxnSpLocks/>
            <a:stCxn id="446" idx="6"/>
            <a:endCxn id="450" idx="2"/>
          </p:cNvCxnSpPr>
          <p:nvPr/>
        </p:nvCxnSpPr>
        <p:spPr>
          <a:xfrm>
            <a:off x="9948333" y="788670"/>
            <a:ext cx="840741" cy="23368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5" name="直線コネクタ 464">
            <a:extLst>
              <a:ext uri="{FF2B5EF4-FFF2-40B4-BE49-F238E27FC236}">
                <a16:creationId xmlns:a16="http://schemas.microsoft.com/office/drawing/2014/main" id="{DE373037-D1EF-C5F9-5AB3-9F8FB19BA70B}"/>
              </a:ext>
            </a:extLst>
          </p:cNvPr>
          <p:cNvCxnSpPr>
            <a:cxnSpLocks/>
            <a:stCxn id="446" idx="6"/>
            <a:endCxn id="452" idx="2"/>
          </p:cNvCxnSpPr>
          <p:nvPr/>
        </p:nvCxnSpPr>
        <p:spPr>
          <a:xfrm>
            <a:off x="9948333" y="788670"/>
            <a:ext cx="840741" cy="127874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6" name="直線コネクタ 465">
            <a:extLst>
              <a:ext uri="{FF2B5EF4-FFF2-40B4-BE49-F238E27FC236}">
                <a16:creationId xmlns:a16="http://schemas.microsoft.com/office/drawing/2014/main" id="{95B9D738-9317-DA12-CAF4-6EA4B0EEDC51}"/>
              </a:ext>
            </a:extLst>
          </p:cNvPr>
          <p:cNvCxnSpPr>
            <a:cxnSpLocks/>
            <a:stCxn id="447" idx="6"/>
            <a:endCxn id="451" idx="2"/>
          </p:cNvCxnSpPr>
          <p:nvPr/>
        </p:nvCxnSpPr>
        <p:spPr>
          <a:xfrm>
            <a:off x="9948333" y="1311910"/>
            <a:ext cx="840741" cy="23368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7" name="直線コネクタ 466">
            <a:extLst>
              <a:ext uri="{FF2B5EF4-FFF2-40B4-BE49-F238E27FC236}">
                <a16:creationId xmlns:a16="http://schemas.microsoft.com/office/drawing/2014/main" id="{24B75D6B-8062-39DE-43BD-CAE8DE3E8FDC}"/>
              </a:ext>
            </a:extLst>
          </p:cNvPr>
          <p:cNvCxnSpPr>
            <a:cxnSpLocks/>
            <a:stCxn id="447" idx="6"/>
            <a:endCxn id="452" idx="2"/>
          </p:cNvCxnSpPr>
          <p:nvPr/>
        </p:nvCxnSpPr>
        <p:spPr>
          <a:xfrm>
            <a:off x="9948333" y="1311910"/>
            <a:ext cx="840741" cy="75550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8" name="直線コネクタ 467">
            <a:extLst>
              <a:ext uri="{FF2B5EF4-FFF2-40B4-BE49-F238E27FC236}">
                <a16:creationId xmlns:a16="http://schemas.microsoft.com/office/drawing/2014/main" id="{5E5327B8-834A-D7CA-C7C5-D937816E9C03}"/>
              </a:ext>
            </a:extLst>
          </p:cNvPr>
          <p:cNvCxnSpPr>
            <a:cxnSpLocks/>
            <a:stCxn id="448" idx="6"/>
            <a:endCxn id="449" idx="2"/>
          </p:cNvCxnSpPr>
          <p:nvPr/>
        </p:nvCxnSpPr>
        <p:spPr>
          <a:xfrm flipV="1">
            <a:off x="9948333" y="499110"/>
            <a:ext cx="840741" cy="133604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9" name="直線コネクタ 468">
            <a:extLst>
              <a:ext uri="{FF2B5EF4-FFF2-40B4-BE49-F238E27FC236}">
                <a16:creationId xmlns:a16="http://schemas.microsoft.com/office/drawing/2014/main" id="{FF50E03A-2B0A-B519-2700-4A4665DCE57F}"/>
              </a:ext>
            </a:extLst>
          </p:cNvPr>
          <p:cNvCxnSpPr>
            <a:cxnSpLocks/>
            <a:stCxn id="448" idx="6"/>
            <a:endCxn id="450" idx="2"/>
          </p:cNvCxnSpPr>
          <p:nvPr/>
        </p:nvCxnSpPr>
        <p:spPr>
          <a:xfrm flipV="1">
            <a:off x="9948333" y="1022350"/>
            <a:ext cx="840741" cy="8128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0" name="直線コネクタ 469">
            <a:extLst>
              <a:ext uri="{FF2B5EF4-FFF2-40B4-BE49-F238E27FC236}">
                <a16:creationId xmlns:a16="http://schemas.microsoft.com/office/drawing/2014/main" id="{EB60F78E-98C6-CED7-859C-187711FF88C8}"/>
              </a:ext>
            </a:extLst>
          </p:cNvPr>
          <p:cNvCxnSpPr>
            <a:cxnSpLocks/>
            <a:stCxn id="448" idx="6"/>
            <a:endCxn id="451" idx="2"/>
          </p:cNvCxnSpPr>
          <p:nvPr/>
        </p:nvCxnSpPr>
        <p:spPr>
          <a:xfrm flipV="1">
            <a:off x="9948333" y="1545590"/>
            <a:ext cx="840741" cy="28956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1" name="直線コネクタ 470">
            <a:extLst>
              <a:ext uri="{FF2B5EF4-FFF2-40B4-BE49-F238E27FC236}">
                <a16:creationId xmlns:a16="http://schemas.microsoft.com/office/drawing/2014/main" id="{CB3EEF10-4EB7-9EDB-D134-93E20253A3E3}"/>
              </a:ext>
            </a:extLst>
          </p:cNvPr>
          <p:cNvCxnSpPr>
            <a:cxnSpLocks/>
            <a:stCxn id="448" idx="6"/>
            <a:endCxn id="452" idx="2"/>
          </p:cNvCxnSpPr>
          <p:nvPr/>
        </p:nvCxnSpPr>
        <p:spPr>
          <a:xfrm>
            <a:off x="9948333" y="1835150"/>
            <a:ext cx="840741" cy="23226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2" name="直線コネクタ 471">
            <a:extLst>
              <a:ext uri="{FF2B5EF4-FFF2-40B4-BE49-F238E27FC236}">
                <a16:creationId xmlns:a16="http://schemas.microsoft.com/office/drawing/2014/main" id="{DA8F48CF-78DA-351D-947F-F4FD6927B57B}"/>
              </a:ext>
            </a:extLst>
          </p:cNvPr>
          <p:cNvCxnSpPr>
            <a:cxnSpLocks/>
            <a:stCxn id="449" idx="6"/>
            <a:endCxn id="453" idx="2"/>
          </p:cNvCxnSpPr>
          <p:nvPr/>
        </p:nvCxnSpPr>
        <p:spPr>
          <a:xfrm>
            <a:off x="11010053" y="499110"/>
            <a:ext cx="840741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3" name="直線コネクタ 472">
            <a:extLst>
              <a:ext uri="{FF2B5EF4-FFF2-40B4-BE49-F238E27FC236}">
                <a16:creationId xmlns:a16="http://schemas.microsoft.com/office/drawing/2014/main" id="{F1B6170F-6F10-A98A-2334-EAED340C15B1}"/>
              </a:ext>
            </a:extLst>
          </p:cNvPr>
          <p:cNvCxnSpPr>
            <a:cxnSpLocks/>
            <a:stCxn id="450" idx="6"/>
            <a:endCxn id="453" idx="2"/>
          </p:cNvCxnSpPr>
          <p:nvPr/>
        </p:nvCxnSpPr>
        <p:spPr>
          <a:xfrm flipV="1">
            <a:off x="11010053" y="499110"/>
            <a:ext cx="840741" cy="52324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4" name="直線コネクタ 473">
            <a:extLst>
              <a:ext uri="{FF2B5EF4-FFF2-40B4-BE49-F238E27FC236}">
                <a16:creationId xmlns:a16="http://schemas.microsoft.com/office/drawing/2014/main" id="{A088723A-3E7A-7FB2-B76F-66DED9C99DF4}"/>
              </a:ext>
            </a:extLst>
          </p:cNvPr>
          <p:cNvCxnSpPr>
            <a:cxnSpLocks/>
            <a:stCxn id="449" idx="6"/>
            <a:endCxn id="455" idx="2"/>
          </p:cNvCxnSpPr>
          <p:nvPr/>
        </p:nvCxnSpPr>
        <p:spPr>
          <a:xfrm>
            <a:off x="11010053" y="499110"/>
            <a:ext cx="840741" cy="104648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5" name="直線コネクタ 474">
            <a:extLst>
              <a:ext uri="{FF2B5EF4-FFF2-40B4-BE49-F238E27FC236}">
                <a16:creationId xmlns:a16="http://schemas.microsoft.com/office/drawing/2014/main" id="{2CD13104-2AD7-DE80-158F-FD36C7E5AD87}"/>
              </a:ext>
            </a:extLst>
          </p:cNvPr>
          <p:cNvCxnSpPr>
            <a:cxnSpLocks/>
            <a:stCxn id="450" idx="6"/>
            <a:endCxn id="454" idx="2"/>
          </p:cNvCxnSpPr>
          <p:nvPr/>
        </p:nvCxnSpPr>
        <p:spPr>
          <a:xfrm>
            <a:off x="11010053" y="1022350"/>
            <a:ext cx="840741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6" name="直線コネクタ 475">
            <a:extLst>
              <a:ext uri="{FF2B5EF4-FFF2-40B4-BE49-F238E27FC236}">
                <a16:creationId xmlns:a16="http://schemas.microsoft.com/office/drawing/2014/main" id="{E815F61B-E889-CC93-25A2-822DD9460F3A}"/>
              </a:ext>
            </a:extLst>
          </p:cNvPr>
          <p:cNvCxnSpPr>
            <a:cxnSpLocks/>
            <a:stCxn id="449" idx="6"/>
            <a:endCxn id="454" idx="2"/>
          </p:cNvCxnSpPr>
          <p:nvPr/>
        </p:nvCxnSpPr>
        <p:spPr>
          <a:xfrm>
            <a:off x="11010053" y="499110"/>
            <a:ext cx="840741" cy="5232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7" name="直線コネクタ 476">
            <a:extLst>
              <a:ext uri="{FF2B5EF4-FFF2-40B4-BE49-F238E27FC236}">
                <a16:creationId xmlns:a16="http://schemas.microsoft.com/office/drawing/2014/main" id="{4FCBD97C-3089-1993-B3A7-201DB385F4C3}"/>
              </a:ext>
            </a:extLst>
          </p:cNvPr>
          <p:cNvCxnSpPr>
            <a:cxnSpLocks/>
            <a:stCxn id="449" idx="6"/>
            <a:endCxn id="456" idx="2"/>
          </p:cNvCxnSpPr>
          <p:nvPr/>
        </p:nvCxnSpPr>
        <p:spPr>
          <a:xfrm>
            <a:off x="11010053" y="499110"/>
            <a:ext cx="840741" cy="156830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直線コネクタ 477">
            <a:extLst>
              <a:ext uri="{FF2B5EF4-FFF2-40B4-BE49-F238E27FC236}">
                <a16:creationId xmlns:a16="http://schemas.microsoft.com/office/drawing/2014/main" id="{C8968075-FA45-AEA8-C3E5-9C35076C27EB}"/>
              </a:ext>
            </a:extLst>
          </p:cNvPr>
          <p:cNvCxnSpPr>
            <a:cxnSpLocks/>
            <a:stCxn id="450" idx="6"/>
            <a:endCxn id="455" idx="2"/>
          </p:cNvCxnSpPr>
          <p:nvPr/>
        </p:nvCxnSpPr>
        <p:spPr>
          <a:xfrm>
            <a:off x="11010053" y="1022350"/>
            <a:ext cx="840741" cy="52324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9" name="直線コネクタ 478">
            <a:extLst>
              <a:ext uri="{FF2B5EF4-FFF2-40B4-BE49-F238E27FC236}">
                <a16:creationId xmlns:a16="http://schemas.microsoft.com/office/drawing/2014/main" id="{0DD31BB8-EEA7-0A1D-3144-8AF24F52B976}"/>
              </a:ext>
            </a:extLst>
          </p:cNvPr>
          <p:cNvCxnSpPr>
            <a:cxnSpLocks/>
            <a:stCxn id="450" idx="6"/>
            <a:endCxn id="456" idx="2"/>
          </p:cNvCxnSpPr>
          <p:nvPr/>
        </p:nvCxnSpPr>
        <p:spPr>
          <a:xfrm>
            <a:off x="11010053" y="1022350"/>
            <a:ext cx="840741" cy="104506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0" name="直線コネクタ 479">
            <a:extLst>
              <a:ext uri="{FF2B5EF4-FFF2-40B4-BE49-F238E27FC236}">
                <a16:creationId xmlns:a16="http://schemas.microsoft.com/office/drawing/2014/main" id="{5691F9BD-3D81-8DDE-D2AB-E34EB5BA3F5B}"/>
              </a:ext>
            </a:extLst>
          </p:cNvPr>
          <p:cNvCxnSpPr>
            <a:cxnSpLocks/>
            <a:stCxn id="451" idx="6"/>
            <a:endCxn id="453" idx="2"/>
          </p:cNvCxnSpPr>
          <p:nvPr/>
        </p:nvCxnSpPr>
        <p:spPr>
          <a:xfrm flipV="1">
            <a:off x="11010053" y="499110"/>
            <a:ext cx="840741" cy="104648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1" name="直線コネクタ 480">
            <a:extLst>
              <a:ext uri="{FF2B5EF4-FFF2-40B4-BE49-F238E27FC236}">
                <a16:creationId xmlns:a16="http://schemas.microsoft.com/office/drawing/2014/main" id="{1E638F2C-AE23-F33F-D883-74F8703B1118}"/>
              </a:ext>
            </a:extLst>
          </p:cNvPr>
          <p:cNvCxnSpPr>
            <a:cxnSpLocks/>
            <a:stCxn id="451" idx="6"/>
            <a:endCxn id="454" idx="2"/>
          </p:cNvCxnSpPr>
          <p:nvPr/>
        </p:nvCxnSpPr>
        <p:spPr>
          <a:xfrm flipV="1">
            <a:off x="11010053" y="1022350"/>
            <a:ext cx="840741" cy="5232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2" name="直線コネクタ 481">
            <a:extLst>
              <a:ext uri="{FF2B5EF4-FFF2-40B4-BE49-F238E27FC236}">
                <a16:creationId xmlns:a16="http://schemas.microsoft.com/office/drawing/2014/main" id="{8C532419-85C8-531B-E84B-9503C43BE682}"/>
              </a:ext>
            </a:extLst>
          </p:cNvPr>
          <p:cNvCxnSpPr>
            <a:cxnSpLocks/>
            <a:stCxn id="451" idx="6"/>
            <a:endCxn id="455" idx="2"/>
          </p:cNvCxnSpPr>
          <p:nvPr/>
        </p:nvCxnSpPr>
        <p:spPr>
          <a:xfrm>
            <a:off x="11010053" y="1545590"/>
            <a:ext cx="8407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3" name="直線コネクタ 482">
            <a:extLst>
              <a:ext uri="{FF2B5EF4-FFF2-40B4-BE49-F238E27FC236}">
                <a16:creationId xmlns:a16="http://schemas.microsoft.com/office/drawing/2014/main" id="{ECF35B9A-6A49-ECE6-EEAD-711BD4A2F40A}"/>
              </a:ext>
            </a:extLst>
          </p:cNvPr>
          <p:cNvCxnSpPr>
            <a:cxnSpLocks/>
            <a:stCxn id="451" idx="6"/>
            <a:endCxn id="456" idx="2"/>
          </p:cNvCxnSpPr>
          <p:nvPr/>
        </p:nvCxnSpPr>
        <p:spPr>
          <a:xfrm>
            <a:off x="11010053" y="1545590"/>
            <a:ext cx="840741" cy="52182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4" name="直線コネクタ 483">
            <a:extLst>
              <a:ext uri="{FF2B5EF4-FFF2-40B4-BE49-F238E27FC236}">
                <a16:creationId xmlns:a16="http://schemas.microsoft.com/office/drawing/2014/main" id="{29CA1EB9-37CD-B200-8FF5-2FD62A7A4FF1}"/>
              </a:ext>
            </a:extLst>
          </p:cNvPr>
          <p:cNvCxnSpPr>
            <a:cxnSpLocks/>
            <a:stCxn id="452" idx="6"/>
            <a:endCxn id="454" idx="2"/>
          </p:cNvCxnSpPr>
          <p:nvPr/>
        </p:nvCxnSpPr>
        <p:spPr>
          <a:xfrm flipV="1">
            <a:off x="11010053" y="1022350"/>
            <a:ext cx="840741" cy="104506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5" name="直線コネクタ 484">
            <a:extLst>
              <a:ext uri="{FF2B5EF4-FFF2-40B4-BE49-F238E27FC236}">
                <a16:creationId xmlns:a16="http://schemas.microsoft.com/office/drawing/2014/main" id="{D7681D70-6713-455D-83FC-AE2BBB2CFCD3}"/>
              </a:ext>
            </a:extLst>
          </p:cNvPr>
          <p:cNvCxnSpPr>
            <a:cxnSpLocks/>
            <a:stCxn id="452" idx="6"/>
            <a:endCxn id="453" idx="2"/>
          </p:cNvCxnSpPr>
          <p:nvPr/>
        </p:nvCxnSpPr>
        <p:spPr>
          <a:xfrm flipV="1">
            <a:off x="11010053" y="499110"/>
            <a:ext cx="840741" cy="1568305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6" name="直線コネクタ 485">
            <a:extLst>
              <a:ext uri="{FF2B5EF4-FFF2-40B4-BE49-F238E27FC236}">
                <a16:creationId xmlns:a16="http://schemas.microsoft.com/office/drawing/2014/main" id="{BF1CBD2D-AB4E-F9FD-88B2-7ACCB969A5BD}"/>
              </a:ext>
            </a:extLst>
          </p:cNvPr>
          <p:cNvCxnSpPr>
            <a:cxnSpLocks/>
            <a:stCxn id="452" idx="6"/>
            <a:endCxn id="455" idx="2"/>
          </p:cNvCxnSpPr>
          <p:nvPr/>
        </p:nvCxnSpPr>
        <p:spPr>
          <a:xfrm flipV="1">
            <a:off x="11010053" y="1545590"/>
            <a:ext cx="840741" cy="521825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7" name="直線コネクタ 486">
            <a:extLst>
              <a:ext uri="{FF2B5EF4-FFF2-40B4-BE49-F238E27FC236}">
                <a16:creationId xmlns:a16="http://schemas.microsoft.com/office/drawing/2014/main" id="{4C2DC407-66AF-D74F-1F65-3FDB72CA1D1B}"/>
              </a:ext>
            </a:extLst>
          </p:cNvPr>
          <p:cNvCxnSpPr>
            <a:cxnSpLocks/>
            <a:stCxn id="452" idx="6"/>
            <a:endCxn id="456" idx="2"/>
          </p:cNvCxnSpPr>
          <p:nvPr/>
        </p:nvCxnSpPr>
        <p:spPr>
          <a:xfrm>
            <a:off x="11010053" y="2067415"/>
            <a:ext cx="84074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8" name="直線コネクタ 487">
            <a:extLst>
              <a:ext uri="{FF2B5EF4-FFF2-40B4-BE49-F238E27FC236}">
                <a16:creationId xmlns:a16="http://schemas.microsoft.com/office/drawing/2014/main" id="{2116DB7D-DBBC-B0BF-6E0D-7A0E8AC6530A}"/>
              </a:ext>
            </a:extLst>
          </p:cNvPr>
          <p:cNvCxnSpPr>
            <a:cxnSpLocks/>
            <a:stCxn id="453" idx="6"/>
            <a:endCxn id="457" idx="2"/>
          </p:cNvCxnSpPr>
          <p:nvPr/>
        </p:nvCxnSpPr>
        <p:spPr>
          <a:xfrm>
            <a:off x="12071773" y="499110"/>
            <a:ext cx="840741" cy="28956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9" name="直線コネクタ 488">
            <a:extLst>
              <a:ext uri="{FF2B5EF4-FFF2-40B4-BE49-F238E27FC236}">
                <a16:creationId xmlns:a16="http://schemas.microsoft.com/office/drawing/2014/main" id="{36384F75-CF36-C164-305E-ACC7D7C44C35}"/>
              </a:ext>
            </a:extLst>
          </p:cNvPr>
          <p:cNvCxnSpPr>
            <a:cxnSpLocks/>
            <a:stCxn id="454" idx="6"/>
            <a:endCxn id="457" idx="2"/>
          </p:cNvCxnSpPr>
          <p:nvPr/>
        </p:nvCxnSpPr>
        <p:spPr>
          <a:xfrm flipV="1">
            <a:off x="12071773" y="788670"/>
            <a:ext cx="840741" cy="23368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0" name="直線コネクタ 489">
            <a:extLst>
              <a:ext uri="{FF2B5EF4-FFF2-40B4-BE49-F238E27FC236}">
                <a16:creationId xmlns:a16="http://schemas.microsoft.com/office/drawing/2014/main" id="{E37DE2C6-851B-364E-08CD-90B2389A2731}"/>
              </a:ext>
            </a:extLst>
          </p:cNvPr>
          <p:cNvCxnSpPr>
            <a:cxnSpLocks/>
            <a:stCxn id="453" idx="6"/>
            <a:endCxn id="459" idx="2"/>
          </p:cNvCxnSpPr>
          <p:nvPr/>
        </p:nvCxnSpPr>
        <p:spPr>
          <a:xfrm>
            <a:off x="12071773" y="499110"/>
            <a:ext cx="840741" cy="133604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1" name="直線コネクタ 490">
            <a:extLst>
              <a:ext uri="{FF2B5EF4-FFF2-40B4-BE49-F238E27FC236}">
                <a16:creationId xmlns:a16="http://schemas.microsoft.com/office/drawing/2014/main" id="{10EC4ED6-20B2-010E-49C0-DF701C50BD51}"/>
              </a:ext>
            </a:extLst>
          </p:cNvPr>
          <p:cNvCxnSpPr>
            <a:cxnSpLocks/>
            <a:stCxn id="454" idx="6"/>
            <a:endCxn id="459" idx="2"/>
          </p:cNvCxnSpPr>
          <p:nvPr/>
        </p:nvCxnSpPr>
        <p:spPr>
          <a:xfrm>
            <a:off x="12071773" y="1022350"/>
            <a:ext cx="840741" cy="81280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2" name="直線コネクタ 491">
            <a:extLst>
              <a:ext uri="{FF2B5EF4-FFF2-40B4-BE49-F238E27FC236}">
                <a16:creationId xmlns:a16="http://schemas.microsoft.com/office/drawing/2014/main" id="{4DFEEF33-160A-7337-0451-D4AD0D528C10}"/>
              </a:ext>
            </a:extLst>
          </p:cNvPr>
          <p:cNvCxnSpPr>
            <a:cxnSpLocks/>
            <a:stCxn id="453" idx="6"/>
            <a:endCxn id="458" idx="2"/>
          </p:cNvCxnSpPr>
          <p:nvPr/>
        </p:nvCxnSpPr>
        <p:spPr>
          <a:xfrm>
            <a:off x="12071773" y="499110"/>
            <a:ext cx="840741" cy="8128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3" name="直線コネクタ 492">
            <a:extLst>
              <a:ext uri="{FF2B5EF4-FFF2-40B4-BE49-F238E27FC236}">
                <a16:creationId xmlns:a16="http://schemas.microsoft.com/office/drawing/2014/main" id="{AE5D8134-7AA2-77B9-E8B4-B1657F6AD135}"/>
              </a:ext>
            </a:extLst>
          </p:cNvPr>
          <p:cNvCxnSpPr>
            <a:cxnSpLocks/>
            <a:stCxn id="456" idx="6"/>
            <a:endCxn id="458" idx="2"/>
          </p:cNvCxnSpPr>
          <p:nvPr/>
        </p:nvCxnSpPr>
        <p:spPr>
          <a:xfrm flipV="1">
            <a:off x="12071773" y="1311910"/>
            <a:ext cx="840741" cy="75550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4" name="直線コネクタ 493">
            <a:extLst>
              <a:ext uri="{FF2B5EF4-FFF2-40B4-BE49-F238E27FC236}">
                <a16:creationId xmlns:a16="http://schemas.microsoft.com/office/drawing/2014/main" id="{79375705-DD53-3826-FC93-5022841DA905}"/>
              </a:ext>
            </a:extLst>
          </p:cNvPr>
          <p:cNvCxnSpPr>
            <a:cxnSpLocks/>
            <a:stCxn id="455" idx="6"/>
            <a:endCxn id="459" idx="2"/>
          </p:cNvCxnSpPr>
          <p:nvPr/>
        </p:nvCxnSpPr>
        <p:spPr>
          <a:xfrm>
            <a:off x="12071773" y="1545590"/>
            <a:ext cx="840741" cy="28956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5" name="直線コネクタ 494">
            <a:extLst>
              <a:ext uri="{FF2B5EF4-FFF2-40B4-BE49-F238E27FC236}">
                <a16:creationId xmlns:a16="http://schemas.microsoft.com/office/drawing/2014/main" id="{1AA531F2-2CBC-F8BA-DDA9-DE01BD2D945E}"/>
              </a:ext>
            </a:extLst>
          </p:cNvPr>
          <p:cNvCxnSpPr>
            <a:cxnSpLocks/>
            <a:stCxn id="456" idx="6"/>
            <a:endCxn id="459" idx="2"/>
          </p:cNvCxnSpPr>
          <p:nvPr/>
        </p:nvCxnSpPr>
        <p:spPr>
          <a:xfrm flipV="1">
            <a:off x="12071773" y="1835150"/>
            <a:ext cx="840741" cy="232265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6" name="直線コネクタ 495">
            <a:extLst>
              <a:ext uri="{FF2B5EF4-FFF2-40B4-BE49-F238E27FC236}">
                <a16:creationId xmlns:a16="http://schemas.microsoft.com/office/drawing/2014/main" id="{4F117207-35C7-466A-4DAB-A1DECA3CC053}"/>
              </a:ext>
            </a:extLst>
          </p:cNvPr>
          <p:cNvCxnSpPr>
            <a:cxnSpLocks/>
            <a:stCxn id="455" idx="6"/>
            <a:endCxn id="457" idx="2"/>
          </p:cNvCxnSpPr>
          <p:nvPr/>
        </p:nvCxnSpPr>
        <p:spPr>
          <a:xfrm flipV="1">
            <a:off x="12071773" y="788670"/>
            <a:ext cx="840741" cy="75692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7" name="直線コネクタ 496">
            <a:extLst>
              <a:ext uri="{FF2B5EF4-FFF2-40B4-BE49-F238E27FC236}">
                <a16:creationId xmlns:a16="http://schemas.microsoft.com/office/drawing/2014/main" id="{AF206D1F-081D-9017-2EEA-81A9342AF820}"/>
              </a:ext>
            </a:extLst>
          </p:cNvPr>
          <p:cNvCxnSpPr>
            <a:cxnSpLocks/>
            <a:stCxn id="456" idx="6"/>
            <a:endCxn id="457" idx="2"/>
          </p:cNvCxnSpPr>
          <p:nvPr/>
        </p:nvCxnSpPr>
        <p:spPr>
          <a:xfrm flipV="1">
            <a:off x="12071773" y="788670"/>
            <a:ext cx="840741" cy="1278745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8" name="直線コネクタ 497">
            <a:extLst>
              <a:ext uri="{FF2B5EF4-FFF2-40B4-BE49-F238E27FC236}">
                <a16:creationId xmlns:a16="http://schemas.microsoft.com/office/drawing/2014/main" id="{040FA315-1B2E-102D-5D3B-0FF712B2929F}"/>
              </a:ext>
            </a:extLst>
          </p:cNvPr>
          <p:cNvCxnSpPr>
            <a:cxnSpLocks/>
            <a:stCxn id="455" idx="6"/>
            <a:endCxn id="458" idx="2"/>
          </p:cNvCxnSpPr>
          <p:nvPr/>
        </p:nvCxnSpPr>
        <p:spPr>
          <a:xfrm flipV="1">
            <a:off x="12071773" y="1311910"/>
            <a:ext cx="840741" cy="23368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9" name="直線コネクタ 498">
            <a:extLst>
              <a:ext uri="{FF2B5EF4-FFF2-40B4-BE49-F238E27FC236}">
                <a16:creationId xmlns:a16="http://schemas.microsoft.com/office/drawing/2014/main" id="{DACCF34E-B47B-139A-E201-B417F7902AEF}"/>
              </a:ext>
            </a:extLst>
          </p:cNvPr>
          <p:cNvCxnSpPr>
            <a:cxnSpLocks/>
            <a:stCxn id="454" idx="6"/>
            <a:endCxn id="458" idx="2"/>
          </p:cNvCxnSpPr>
          <p:nvPr/>
        </p:nvCxnSpPr>
        <p:spPr>
          <a:xfrm>
            <a:off x="12071773" y="1022350"/>
            <a:ext cx="840741" cy="28956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テキスト ボックス 499">
                <a:extLst>
                  <a:ext uri="{FF2B5EF4-FFF2-40B4-BE49-F238E27FC236}">
                    <a16:creationId xmlns:a16="http://schemas.microsoft.com/office/drawing/2014/main" id="{BA321542-2BEF-9772-04D9-ADB73F0664EA}"/>
                  </a:ext>
                </a:extLst>
              </p:cNvPr>
              <p:cNvSpPr txBox="1"/>
              <p:nvPr/>
            </p:nvSpPr>
            <p:spPr>
              <a:xfrm>
                <a:off x="9783472" y="715855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0" name="テキスト ボックス 499">
                <a:extLst>
                  <a:ext uri="{FF2B5EF4-FFF2-40B4-BE49-F238E27FC236}">
                    <a16:creationId xmlns:a16="http://schemas.microsoft.com/office/drawing/2014/main" id="{BA321542-2BEF-9772-04D9-ADB73F066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472" y="715855"/>
                <a:ext cx="123688" cy="123111"/>
              </a:xfrm>
              <a:prstGeom prst="rect">
                <a:avLst/>
              </a:prstGeom>
              <a:blipFill>
                <a:blip r:embed="rId2"/>
                <a:stretch>
                  <a:fillRect l="-15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テキスト ボックス 500">
                <a:extLst>
                  <a:ext uri="{FF2B5EF4-FFF2-40B4-BE49-F238E27FC236}">
                    <a16:creationId xmlns:a16="http://schemas.microsoft.com/office/drawing/2014/main" id="{07E8AF2E-7BFB-5B50-AA5B-B4B95449F651}"/>
                  </a:ext>
                </a:extLst>
              </p:cNvPr>
              <p:cNvSpPr txBox="1"/>
              <p:nvPr/>
            </p:nvSpPr>
            <p:spPr>
              <a:xfrm>
                <a:off x="9783471" y="1236465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1" name="テキスト ボックス 500">
                <a:extLst>
                  <a:ext uri="{FF2B5EF4-FFF2-40B4-BE49-F238E27FC236}">
                    <a16:creationId xmlns:a16="http://schemas.microsoft.com/office/drawing/2014/main" id="{07E8AF2E-7BFB-5B50-AA5B-B4B95449F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471" y="1236465"/>
                <a:ext cx="126060" cy="123111"/>
              </a:xfrm>
              <a:prstGeom prst="rect">
                <a:avLst/>
              </a:prstGeom>
              <a:blipFill>
                <a:blip r:embed="rId38"/>
                <a:stretch>
                  <a:fillRect l="-14286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テキスト ボックス 501">
                <a:extLst>
                  <a:ext uri="{FF2B5EF4-FFF2-40B4-BE49-F238E27FC236}">
                    <a16:creationId xmlns:a16="http://schemas.microsoft.com/office/drawing/2014/main" id="{1168948B-2EC7-0CA2-2DFF-6413BACB19C4}"/>
                  </a:ext>
                </a:extLst>
              </p:cNvPr>
              <p:cNvSpPr txBox="1"/>
              <p:nvPr/>
            </p:nvSpPr>
            <p:spPr>
              <a:xfrm>
                <a:off x="9780295" y="1761883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2" name="テキスト ボックス 501">
                <a:extLst>
                  <a:ext uri="{FF2B5EF4-FFF2-40B4-BE49-F238E27FC236}">
                    <a16:creationId xmlns:a16="http://schemas.microsoft.com/office/drawing/2014/main" id="{1168948B-2EC7-0CA2-2DFF-6413BACB1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295" y="1761883"/>
                <a:ext cx="126060" cy="123111"/>
              </a:xfrm>
              <a:prstGeom prst="rect">
                <a:avLst/>
              </a:prstGeom>
              <a:blipFill>
                <a:blip r:embed="rId39"/>
                <a:stretch>
                  <a:fillRect l="-9524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テキスト ボックス 502">
                <a:extLst>
                  <a:ext uri="{FF2B5EF4-FFF2-40B4-BE49-F238E27FC236}">
                    <a16:creationId xmlns:a16="http://schemas.microsoft.com/office/drawing/2014/main" id="{3945C96D-D824-D586-261A-03BCDA8EB3EB}"/>
                  </a:ext>
                </a:extLst>
              </p:cNvPr>
              <p:cNvSpPr txBox="1"/>
              <p:nvPr/>
            </p:nvSpPr>
            <p:spPr>
              <a:xfrm>
                <a:off x="10844070" y="433257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3" name="テキスト ボックス 502">
                <a:extLst>
                  <a:ext uri="{FF2B5EF4-FFF2-40B4-BE49-F238E27FC236}">
                    <a16:creationId xmlns:a16="http://schemas.microsoft.com/office/drawing/2014/main" id="{3945C96D-D824-D586-261A-03BCDA8EB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070" y="433257"/>
                <a:ext cx="118815" cy="123111"/>
              </a:xfrm>
              <a:prstGeom prst="rect">
                <a:avLst/>
              </a:prstGeom>
              <a:blipFill>
                <a:blip r:embed="rId40"/>
                <a:stretch>
                  <a:fillRect l="-26316" r="-1578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テキスト ボックス 503">
                <a:extLst>
                  <a:ext uri="{FF2B5EF4-FFF2-40B4-BE49-F238E27FC236}">
                    <a16:creationId xmlns:a16="http://schemas.microsoft.com/office/drawing/2014/main" id="{A9DDF00B-8E0E-4A83-A76A-216E2B0DBDF8}"/>
                  </a:ext>
                </a:extLst>
              </p:cNvPr>
              <p:cNvSpPr txBox="1"/>
              <p:nvPr/>
            </p:nvSpPr>
            <p:spPr>
              <a:xfrm>
                <a:off x="10841698" y="962170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4" name="テキスト ボックス 503">
                <a:extLst>
                  <a:ext uri="{FF2B5EF4-FFF2-40B4-BE49-F238E27FC236}">
                    <a16:creationId xmlns:a16="http://schemas.microsoft.com/office/drawing/2014/main" id="{A9DDF00B-8E0E-4A83-A76A-216E2B0DB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698" y="962170"/>
                <a:ext cx="121187" cy="123111"/>
              </a:xfrm>
              <a:prstGeom prst="rect">
                <a:avLst/>
              </a:prstGeom>
              <a:blipFill>
                <a:blip r:embed="rId41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テキスト ボックス 504">
                <a:extLst>
                  <a:ext uri="{FF2B5EF4-FFF2-40B4-BE49-F238E27FC236}">
                    <a16:creationId xmlns:a16="http://schemas.microsoft.com/office/drawing/2014/main" id="{1A386C19-4B23-B84F-6970-52D4AC7529CB}"/>
                  </a:ext>
                </a:extLst>
              </p:cNvPr>
              <p:cNvSpPr txBox="1"/>
              <p:nvPr/>
            </p:nvSpPr>
            <p:spPr>
              <a:xfrm>
                <a:off x="10838459" y="1487671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5" name="テキスト ボックス 504">
                <a:extLst>
                  <a:ext uri="{FF2B5EF4-FFF2-40B4-BE49-F238E27FC236}">
                    <a16:creationId xmlns:a16="http://schemas.microsoft.com/office/drawing/2014/main" id="{1A386C19-4B23-B84F-6970-52D4AC752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459" y="1487671"/>
                <a:ext cx="121187" cy="123111"/>
              </a:xfrm>
              <a:prstGeom prst="rect">
                <a:avLst/>
              </a:prstGeom>
              <a:blipFill>
                <a:blip r:embed="rId42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テキスト ボックス 505">
                <a:extLst>
                  <a:ext uri="{FF2B5EF4-FFF2-40B4-BE49-F238E27FC236}">
                    <a16:creationId xmlns:a16="http://schemas.microsoft.com/office/drawing/2014/main" id="{35167346-49BF-87F9-1CDC-BFA5ADB79EDC}"/>
                  </a:ext>
                </a:extLst>
              </p:cNvPr>
              <p:cNvSpPr txBox="1"/>
              <p:nvPr/>
            </p:nvSpPr>
            <p:spPr>
              <a:xfrm>
                <a:off x="10842716" y="2007078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6" name="テキスト ボックス 505">
                <a:extLst>
                  <a:ext uri="{FF2B5EF4-FFF2-40B4-BE49-F238E27FC236}">
                    <a16:creationId xmlns:a16="http://schemas.microsoft.com/office/drawing/2014/main" id="{35167346-49BF-87F9-1CDC-BFA5ADB79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716" y="2007078"/>
                <a:ext cx="121187" cy="123111"/>
              </a:xfrm>
              <a:prstGeom prst="rect">
                <a:avLst/>
              </a:prstGeom>
              <a:blipFill>
                <a:blip r:embed="rId43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テキスト ボックス 506">
                <a:extLst>
                  <a:ext uri="{FF2B5EF4-FFF2-40B4-BE49-F238E27FC236}">
                    <a16:creationId xmlns:a16="http://schemas.microsoft.com/office/drawing/2014/main" id="{58383325-E8F0-4C84-83E3-20AE8FFF41C8}"/>
                  </a:ext>
                </a:extLst>
              </p:cNvPr>
              <p:cNvSpPr txBox="1"/>
              <p:nvPr/>
            </p:nvSpPr>
            <p:spPr>
              <a:xfrm>
                <a:off x="11911404" y="429209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7" name="テキスト ボックス 506">
                <a:extLst>
                  <a:ext uri="{FF2B5EF4-FFF2-40B4-BE49-F238E27FC236}">
                    <a16:creationId xmlns:a16="http://schemas.microsoft.com/office/drawing/2014/main" id="{58383325-E8F0-4C84-83E3-20AE8FFF4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1404" y="429209"/>
                <a:ext cx="109965" cy="123111"/>
              </a:xfrm>
              <a:prstGeom prst="rect">
                <a:avLst/>
              </a:prstGeom>
              <a:blipFill>
                <a:blip r:embed="rId9"/>
                <a:stretch>
                  <a:fillRect l="-16667" r="-1666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452D1061-0193-B49D-3DC8-D7D166B07CDA}"/>
                  </a:ext>
                </a:extLst>
              </p:cNvPr>
              <p:cNvSpPr txBox="1"/>
              <p:nvPr/>
            </p:nvSpPr>
            <p:spPr>
              <a:xfrm>
                <a:off x="11904798" y="951771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452D1061-0193-B49D-3DC8-D7D166B0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798" y="951771"/>
                <a:ext cx="112338" cy="123111"/>
              </a:xfrm>
              <a:prstGeom prst="rect">
                <a:avLst/>
              </a:prstGeom>
              <a:blipFill>
                <a:blip r:embed="rId44"/>
                <a:stretch>
                  <a:fillRect l="-16667" r="-16667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テキスト ボックス 508">
                <a:extLst>
                  <a:ext uri="{FF2B5EF4-FFF2-40B4-BE49-F238E27FC236}">
                    <a16:creationId xmlns:a16="http://schemas.microsoft.com/office/drawing/2014/main" id="{C536F315-97CD-F288-3D88-8DD02A9CC164}"/>
                  </a:ext>
                </a:extLst>
              </p:cNvPr>
              <p:cNvSpPr txBox="1"/>
              <p:nvPr/>
            </p:nvSpPr>
            <p:spPr>
              <a:xfrm>
                <a:off x="11905793" y="147515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9" name="テキスト ボックス 508">
                <a:extLst>
                  <a:ext uri="{FF2B5EF4-FFF2-40B4-BE49-F238E27FC236}">
                    <a16:creationId xmlns:a16="http://schemas.microsoft.com/office/drawing/2014/main" id="{C536F315-97CD-F288-3D88-8DD02A9C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5793" y="1475155"/>
                <a:ext cx="112338" cy="123111"/>
              </a:xfrm>
              <a:prstGeom prst="rect">
                <a:avLst/>
              </a:prstGeom>
              <a:blipFill>
                <a:blip r:embed="rId45"/>
                <a:stretch>
                  <a:fillRect l="-11111" r="-22222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テキスト ボックス 509">
                <a:extLst>
                  <a:ext uri="{FF2B5EF4-FFF2-40B4-BE49-F238E27FC236}">
                    <a16:creationId xmlns:a16="http://schemas.microsoft.com/office/drawing/2014/main" id="{F7F340B0-5375-3E91-EDC2-1CE0A2B58890}"/>
                  </a:ext>
                </a:extLst>
              </p:cNvPr>
              <p:cNvSpPr txBox="1"/>
              <p:nvPr/>
            </p:nvSpPr>
            <p:spPr>
              <a:xfrm>
                <a:off x="11903730" y="1993213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0" name="テキスト ボックス 509">
                <a:extLst>
                  <a:ext uri="{FF2B5EF4-FFF2-40B4-BE49-F238E27FC236}">
                    <a16:creationId xmlns:a16="http://schemas.microsoft.com/office/drawing/2014/main" id="{F7F340B0-5375-3E91-EDC2-1CE0A2B58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3730" y="1993213"/>
                <a:ext cx="112338" cy="123111"/>
              </a:xfrm>
              <a:prstGeom prst="rect">
                <a:avLst/>
              </a:prstGeom>
              <a:blipFill>
                <a:blip r:embed="rId46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1" name="楕円 510">
            <a:extLst>
              <a:ext uri="{FF2B5EF4-FFF2-40B4-BE49-F238E27FC236}">
                <a16:creationId xmlns:a16="http://schemas.microsoft.com/office/drawing/2014/main" id="{992141CF-C26C-9E5A-E608-03DAF5B7F988}"/>
              </a:ext>
            </a:extLst>
          </p:cNvPr>
          <p:cNvSpPr/>
          <p:nvPr/>
        </p:nvSpPr>
        <p:spPr>
          <a:xfrm>
            <a:off x="12909746" y="172889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テキスト ボックス 511">
                <a:extLst>
                  <a:ext uri="{FF2B5EF4-FFF2-40B4-BE49-F238E27FC236}">
                    <a16:creationId xmlns:a16="http://schemas.microsoft.com/office/drawing/2014/main" id="{6553AC0E-1ACC-F93C-1667-D5D5633EF606}"/>
                  </a:ext>
                </a:extLst>
              </p:cNvPr>
              <p:cNvSpPr txBox="1"/>
              <p:nvPr/>
            </p:nvSpPr>
            <p:spPr>
              <a:xfrm>
                <a:off x="12965864" y="720089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2" name="テキスト ボックス 511">
                <a:extLst>
                  <a:ext uri="{FF2B5EF4-FFF2-40B4-BE49-F238E27FC236}">
                    <a16:creationId xmlns:a16="http://schemas.microsoft.com/office/drawing/2014/main" id="{6553AC0E-1ACC-F93C-1667-D5D5633EF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864" y="720089"/>
                <a:ext cx="125291" cy="123111"/>
              </a:xfrm>
              <a:prstGeom prst="rect">
                <a:avLst/>
              </a:prstGeom>
              <a:blipFill>
                <a:blip r:embed="rId47"/>
                <a:stretch>
                  <a:fillRect l="-25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3" name="テキスト ボックス 512">
                <a:extLst>
                  <a:ext uri="{FF2B5EF4-FFF2-40B4-BE49-F238E27FC236}">
                    <a16:creationId xmlns:a16="http://schemas.microsoft.com/office/drawing/2014/main" id="{D222BF23-052D-DBC4-9F22-E3C75CA00BCB}"/>
                  </a:ext>
                </a:extLst>
              </p:cNvPr>
              <p:cNvSpPr txBox="1"/>
              <p:nvPr/>
            </p:nvSpPr>
            <p:spPr>
              <a:xfrm>
                <a:off x="12965863" y="1240699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3" name="テキスト ボックス 512">
                <a:extLst>
                  <a:ext uri="{FF2B5EF4-FFF2-40B4-BE49-F238E27FC236}">
                    <a16:creationId xmlns:a16="http://schemas.microsoft.com/office/drawing/2014/main" id="{D222BF23-052D-DBC4-9F22-E3C75CA00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863" y="1240699"/>
                <a:ext cx="127664" cy="123111"/>
              </a:xfrm>
              <a:prstGeom prst="rect">
                <a:avLst/>
              </a:prstGeom>
              <a:blipFill>
                <a:blip r:embed="rId48"/>
                <a:stretch>
                  <a:fillRect l="-23810" t="-5000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4" name="テキスト ボックス 513">
                <a:extLst>
                  <a:ext uri="{FF2B5EF4-FFF2-40B4-BE49-F238E27FC236}">
                    <a16:creationId xmlns:a16="http://schemas.microsoft.com/office/drawing/2014/main" id="{EC3C849F-6F20-43A1-BB95-16AD5CD1C4DE}"/>
                  </a:ext>
                </a:extLst>
              </p:cNvPr>
              <p:cNvSpPr txBox="1"/>
              <p:nvPr/>
            </p:nvSpPr>
            <p:spPr>
              <a:xfrm>
                <a:off x="12962687" y="1766117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4" name="テキスト ボックス 513">
                <a:extLst>
                  <a:ext uri="{FF2B5EF4-FFF2-40B4-BE49-F238E27FC236}">
                    <a16:creationId xmlns:a16="http://schemas.microsoft.com/office/drawing/2014/main" id="{EC3C849F-6F20-43A1-BB95-16AD5CD1C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2687" y="1766117"/>
                <a:ext cx="127664" cy="123111"/>
              </a:xfrm>
              <a:prstGeom prst="rect">
                <a:avLst/>
              </a:prstGeom>
              <a:blipFill>
                <a:blip r:embed="rId49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5" name="テキスト ボックス 514">
                <a:extLst>
                  <a:ext uri="{FF2B5EF4-FFF2-40B4-BE49-F238E27FC236}">
                    <a16:creationId xmlns:a16="http://schemas.microsoft.com/office/drawing/2014/main" id="{6A94D698-3127-CD7F-CC42-A9DD8CE8F419}"/>
                  </a:ext>
                </a:extLst>
              </p:cNvPr>
              <p:cNvSpPr txBox="1"/>
              <p:nvPr/>
            </p:nvSpPr>
            <p:spPr>
              <a:xfrm>
                <a:off x="10385609" y="470958"/>
                <a:ext cx="164724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5" name="テキスト ボックス 514">
                <a:extLst>
                  <a:ext uri="{FF2B5EF4-FFF2-40B4-BE49-F238E27FC236}">
                    <a16:creationId xmlns:a16="http://schemas.microsoft.com/office/drawing/2014/main" id="{6A94D698-3127-CD7F-CC42-A9DD8CE8F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609" y="470958"/>
                <a:ext cx="164724" cy="115288"/>
              </a:xfrm>
              <a:prstGeom prst="rect">
                <a:avLst/>
              </a:prstGeom>
              <a:blipFill>
                <a:blip r:embed="rId50"/>
                <a:stretch>
                  <a:fillRect l="-11111" r="-11111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テキスト ボックス 515">
                <a:extLst>
                  <a:ext uri="{FF2B5EF4-FFF2-40B4-BE49-F238E27FC236}">
                    <a16:creationId xmlns:a16="http://schemas.microsoft.com/office/drawing/2014/main" id="{2606301A-A0A6-F632-391D-FB3FEBE66786}"/>
                  </a:ext>
                </a:extLst>
              </p:cNvPr>
              <p:cNvSpPr txBox="1"/>
              <p:nvPr/>
            </p:nvSpPr>
            <p:spPr>
              <a:xfrm>
                <a:off x="10400036" y="634118"/>
                <a:ext cx="16472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6" name="テキスト ボックス 515">
                <a:extLst>
                  <a:ext uri="{FF2B5EF4-FFF2-40B4-BE49-F238E27FC236}">
                    <a16:creationId xmlns:a16="http://schemas.microsoft.com/office/drawing/2014/main" id="{2606301A-A0A6-F632-391D-FB3FEBE66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036" y="634118"/>
                <a:ext cx="164724" cy="115416"/>
              </a:xfrm>
              <a:prstGeom prst="rect">
                <a:avLst/>
              </a:prstGeom>
              <a:blipFill>
                <a:blip r:embed="rId51"/>
                <a:stretch>
                  <a:fillRect l="-7407" r="-1481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テキスト ボックス 516">
                <a:extLst>
                  <a:ext uri="{FF2B5EF4-FFF2-40B4-BE49-F238E27FC236}">
                    <a16:creationId xmlns:a16="http://schemas.microsoft.com/office/drawing/2014/main" id="{68146BA4-5562-873B-FF24-0292F56FFC58}"/>
                  </a:ext>
                </a:extLst>
              </p:cNvPr>
              <p:cNvSpPr txBox="1"/>
              <p:nvPr/>
            </p:nvSpPr>
            <p:spPr>
              <a:xfrm>
                <a:off x="10636893" y="710886"/>
                <a:ext cx="16472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7" name="テキスト ボックス 516">
                <a:extLst>
                  <a:ext uri="{FF2B5EF4-FFF2-40B4-BE49-F238E27FC236}">
                    <a16:creationId xmlns:a16="http://schemas.microsoft.com/office/drawing/2014/main" id="{68146BA4-5562-873B-FF24-0292F56FF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893" y="710886"/>
                <a:ext cx="164725" cy="115866"/>
              </a:xfrm>
              <a:prstGeom prst="rect">
                <a:avLst/>
              </a:prstGeom>
              <a:blipFill>
                <a:blip r:embed="rId52"/>
                <a:stretch>
                  <a:fillRect l="-11111" t="-5263" r="-11111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8" name="テキスト ボックス 517">
                <a:extLst>
                  <a:ext uri="{FF2B5EF4-FFF2-40B4-BE49-F238E27FC236}">
                    <a16:creationId xmlns:a16="http://schemas.microsoft.com/office/drawing/2014/main" id="{E4CF832F-B296-2D88-BF41-2C929A1CFF66}"/>
                  </a:ext>
                </a:extLst>
              </p:cNvPr>
              <p:cNvSpPr txBox="1"/>
              <p:nvPr/>
            </p:nvSpPr>
            <p:spPr>
              <a:xfrm>
                <a:off x="10625733" y="1721581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8" name="テキスト ボックス 517">
                <a:extLst>
                  <a:ext uri="{FF2B5EF4-FFF2-40B4-BE49-F238E27FC236}">
                    <a16:creationId xmlns:a16="http://schemas.microsoft.com/office/drawing/2014/main" id="{E4CF832F-B296-2D88-BF41-2C929A1CF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733" y="1721581"/>
                <a:ext cx="164725" cy="119456"/>
              </a:xfrm>
              <a:prstGeom prst="rect">
                <a:avLst/>
              </a:prstGeom>
              <a:blipFill>
                <a:blip r:embed="rId53"/>
                <a:stretch>
                  <a:fillRect l="-7407" r="-14815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テキスト ボックス 518">
                <a:extLst>
                  <a:ext uri="{FF2B5EF4-FFF2-40B4-BE49-F238E27FC236}">
                    <a16:creationId xmlns:a16="http://schemas.microsoft.com/office/drawing/2014/main" id="{2677612A-A457-E768-31B6-2BC2AE1C8286}"/>
                  </a:ext>
                </a:extLst>
              </p:cNvPr>
              <p:cNvSpPr txBox="1"/>
              <p:nvPr/>
            </p:nvSpPr>
            <p:spPr>
              <a:xfrm>
                <a:off x="10342595" y="1794463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9" name="テキスト ボックス 518">
                <a:extLst>
                  <a:ext uri="{FF2B5EF4-FFF2-40B4-BE49-F238E27FC236}">
                    <a16:creationId xmlns:a16="http://schemas.microsoft.com/office/drawing/2014/main" id="{2677612A-A457-E768-31B6-2BC2AE1C8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2595" y="1794463"/>
                <a:ext cx="164725" cy="119456"/>
              </a:xfrm>
              <a:prstGeom prst="rect">
                <a:avLst/>
              </a:prstGeom>
              <a:blipFill>
                <a:blip r:embed="rId54"/>
                <a:stretch>
                  <a:fillRect l="-11111" r="-11111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0" name="テキスト ボックス 519">
                <a:extLst>
                  <a:ext uri="{FF2B5EF4-FFF2-40B4-BE49-F238E27FC236}">
                    <a16:creationId xmlns:a16="http://schemas.microsoft.com/office/drawing/2014/main" id="{3F0164CF-70B9-FA12-C2B6-408421A3C62F}"/>
                  </a:ext>
                </a:extLst>
              </p:cNvPr>
              <p:cNvSpPr txBox="1"/>
              <p:nvPr/>
            </p:nvSpPr>
            <p:spPr>
              <a:xfrm>
                <a:off x="10408916" y="2004363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0" name="テキスト ボックス 519">
                <a:extLst>
                  <a:ext uri="{FF2B5EF4-FFF2-40B4-BE49-F238E27FC236}">
                    <a16:creationId xmlns:a16="http://schemas.microsoft.com/office/drawing/2014/main" id="{3F0164CF-70B9-FA12-C2B6-408421A3C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916" y="2004363"/>
                <a:ext cx="164725" cy="119456"/>
              </a:xfrm>
              <a:prstGeom prst="rect">
                <a:avLst/>
              </a:prstGeom>
              <a:blipFill>
                <a:blip r:embed="rId55"/>
                <a:stretch>
                  <a:fillRect l="-7143" t="-5263" r="-10714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1" name="テキスト ボックス 520">
                <a:extLst>
                  <a:ext uri="{FF2B5EF4-FFF2-40B4-BE49-F238E27FC236}">
                    <a16:creationId xmlns:a16="http://schemas.microsoft.com/office/drawing/2014/main" id="{5EAD2B94-CDD1-EC15-9AC2-D0F0A2E88273}"/>
                  </a:ext>
                </a:extLst>
              </p:cNvPr>
              <p:cNvSpPr txBox="1"/>
              <p:nvPr/>
            </p:nvSpPr>
            <p:spPr>
              <a:xfrm>
                <a:off x="11488003" y="375476"/>
                <a:ext cx="181075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1" name="テキスト ボックス 520">
                <a:extLst>
                  <a:ext uri="{FF2B5EF4-FFF2-40B4-BE49-F238E27FC236}">
                    <a16:creationId xmlns:a16="http://schemas.microsoft.com/office/drawing/2014/main" id="{5EAD2B94-CDD1-EC15-9AC2-D0F0A2E88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03" y="375476"/>
                <a:ext cx="181075" cy="115288"/>
              </a:xfrm>
              <a:prstGeom prst="rect">
                <a:avLst/>
              </a:prstGeom>
              <a:blipFill>
                <a:blip r:embed="rId56"/>
                <a:stretch>
                  <a:fillRect l="-13793" t="-10526" r="-10345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2" name="テキスト ボックス 521">
                <a:extLst>
                  <a:ext uri="{FF2B5EF4-FFF2-40B4-BE49-F238E27FC236}">
                    <a16:creationId xmlns:a16="http://schemas.microsoft.com/office/drawing/2014/main" id="{D6749839-C83D-7D7B-CF56-3EB8D8AEEB3E}"/>
                  </a:ext>
                </a:extLst>
              </p:cNvPr>
              <p:cNvSpPr txBox="1"/>
              <p:nvPr/>
            </p:nvSpPr>
            <p:spPr>
              <a:xfrm>
                <a:off x="11421159" y="567499"/>
                <a:ext cx="181075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2" name="テキスト ボックス 521">
                <a:extLst>
                  <a:ext uri="{FF2B5EF4-FFF2-40B4-BE49-F238E27FC236}">
                    <a16:creationId xmlns:a16="http://schemas.microsoft.com/office/drawing/2014/main" id="{D6749839-C83D-7D7B-CF56-3EB8D8AEE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1159" y="567499"/>
                <a:ext cx="181075" cy="115416"/>
              </a:xfrm>
              <a:prstGeom prst="rect">
                <a:avLst/>
              </a:prstGeom>
              <a:blipFill>
                <a:blip r:embed="rId57"/>
                <a:stretch>
                  <a:fillRect l="-13793" t="-526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3" name="テキスト ボックス 522">
                <a:extLst>
                  <a:ext uri="{FF2B5EF4-FFF2-40B4-BE49-F238E27FC236}">
                    <a16:creationId xmlns:a16="http://schemas.microsoft.com/office/drawing/2014/main" id="{A9CB539B-0D37-C4F8-1A35-C897AEE016E6}"/>
                  </a:ext>
                </a:extLst>
              </p:cNvPr>
              <p:cNvSpPr txBox="1"/>
              <p:nvPr/>
            </p:nvSpPr>
            <p:spPr>
              <a:xfrm>
                <a:off x="11524662" y="678180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3" name="テキスト ボックス 522">
                <a:extLst>
                  <a:ext uri="{FF2B5EF4-FFF2-40B4-BE49-F238E27FC236}">
                    <a16:creationId xmlns:a16="http://schemas.microsoft.com/office/drawing/2014/main" id="{A9CB539B-0D37-C4F8-1A35-C897AEE01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4662" y="678180"/>
                <a:ext cx="181075" cy="115866"/>
              </a:xfrm>
              <a:prstGeom prst="rect">
                <a:avLst/>
              </a:prstGeom>
              <a:blipFill>
                <a:blip r:embed="rId25"/>
                <a:stretch>
                  <a:fillRect l="-13793" t="-526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4" name="テキスト ボックス 523">
                <a:extLst>
                  <a:ext uri="{FF2B5EF4-FFF2-40B4-BE49-F238E27FC236}">
                    <a16:creationId xmlns:a16="http://schemas.microsoft.com/office/drawing/2014/main" id="{89755E74-1D4F-5EEB-22D3-BC82AB8CA14A}"/>
                  </a:ext>
                </a:extLst>
              </p:cNvPr>
              <p:cNvSpPr txBox="1"/>
              <p:nvPr/>
            </p:nvSpPr>
            <p:spPr>
              <a:xfrm>
                <a:off x="11728918" y="710271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4" name="テキスト ボックス 523">
                <a:extLst>
                  <a:ext uri="{FF2B5EF4-FFF2-40B4-BE49-F238E27FC236}">
                    <a16:creationId xmlns:a16="http://schemas.microsoft.com/office/drawing/2014/main" id="{89755E74-1D4F-5EEB-22D3-BC82AB8CA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8918" y="710271"/>
                <a:ext cx="181075" cy="115866"/>
              </a:xfrm>
              <a:prstGeom prst="rect">
                <a:avLst/>
              </a:prstGeom>
              <a:blipFill>
                <a:blip r:embed="rId58"/>
                <a:stretch>
                  <a:fillRect l="-13333" t="-10526" r="-10000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5" name="テキスト ボックス 524">
                <a:extLst>
                  <a:ext uri="{FF2B5EF4-FFF2-40B4-BE49-F238E27FC236}">
                    <a16:creationId xmlns:a16="http://schemas.microsoft.com/office/drawing/2014/main" id="{7FA6B890-F6D1-7AC2-EF12-F0D756009BA9}"/>
                  </a:ext>
                </a:extLst>
              </p:cNvPr>
              <p:cNvSpPr txBox="1"/>
              <p:nvPr/>
            </p:nvSpPr>
            <p:spPr>
              <a:xfrm>
                <a:off x="11696393" y="1704014"/>
                <a:ext cx="181075" cy="115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5" name="テキスト ボックス 524">
                <a:extLst>
                  <a:ext uri="{FF2B5EF4-FFF2-40B4-BE49-F238E27FC236}">
                    <a16:creationId xmlns:a16="http://schemas.microsoft.com/office/drawing/2014/main" id="{7FA6B890-F6D1-7AC2-EF12-F0D756009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393" y="1704014"/>
                <a:ext cx="181075" cy="115737"/>
              </a:xfrm>
              <a:prstGeom prst="rect">
                <a:avLst/>
              </a:prstGeom>
              <a:blipFill>
                <a:blip r:embed="rId59"/>
                <a:stretch>
                  <a:fillRect l="-13793" t="-10526" r="-10345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" name="テキスト ボックス 525">
                <a:extLst>
                  <a:ext uri="{FF2B5EF4-FFF2-40B4-BE49-F238E27FC236}">
                    <a16:creationId xmlns:a16="http://schemas.microsoft.com/office/drawing/2014/main" id="{310F3FEA-56D0-735E-6F14-D36D8BDD991A}"/>
                  </a:ext>
                </a:extLst>
              </p:cNvPr>
              <p:cNvSpPr txBox="1"/>
              <p:nvPr/>
            </p:nvSpPr>
            <p:spPr>
              <a:xfrm>
                <a:off x="11491689" y="1745881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6" name="テキスト ボックス 525">
                <a:extLst>
                  <a:ext uri="{FF2B5EF4-FFF2-40B4-BE49-F238E27FC236}">
                    <a16:creationId xmlns:a16="http://schemas.microsoft.com/office/drawing/2014/main" id="{310F3FEA-56D0-735E-6F14-D36D8BDD9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689" y="1745881"/>
                <a:ext cx="181075" cy="115866"/>
              </a:xfrm>
              <a:prstGeom prst="rect">
                <a:avLst/>
              </a:prstGeom>
              <a:blipFill>
                <a:blip r:embed="rId60"/>
                <a:stretch>
                  <a:fillRect l="-13333" t="-5263" r="-10000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テキスト ボックス 526">
                <a:extLst>
                  <a:ext uri="{FF2B5EF4-FFF2-40B4-BE49-F238E27FC236}">
                    <a16:creationId xmlns:a16="http://schemas.microsoft.com/office/drawing/2014/main" id="{4598B9E3-EED6-CD0D-B4A4-123D843FB14D}"/>
                  </a:ext>
                </a:extLst>
              </p:cNvPr>
              <p:cNvSpPr txBox="1"/>
              <p:nvPr/>
            </p:nvSpPr>
            <p:spPr>
              <a:xfrm>
                <a:off x="11417140" y="1884994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7" name="テキスト ボックス 526">
                <a:extLst>
                  <a:ext uri="{FF2B5EF4-FFF2-40B4-BE49-F238E27FC236}">
                    <a16:creationId xmlns:a16="http://schemas.microsoft.com/office/drawing/2014/main" id="{4598B9E3-EED6-CD0D-B4A4-123D843FB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140" y="1884994"/>
                <a:ext cx="181075" cy="115866"/>
              </a:xfrm>
              <a:prstGeom prst="rect">
                <a:avLst/>
              </a:prstGeom>
              <a:blipFill>
                <a:blip r:embed="rId61"/>
                <a:stretch>
                  <a:fillRect l="-13333" t="-5263" r="-666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テキスト ボックス 527">
                <a:extLst>
                  <a:ext uri="{FF2B5EF4-FFF2-40B4-BE49-F238E27FC236}">
                    <a16:creationId xmlns:a16="http://schemas.microsoft.com/office/drawing/2014/main" id="{0DE2B250-8DE3-E39C-EF19-23392994FC14}"/>
                  </a:ext>
                </a:extLst>
              </p:cNvPr>
              <p:cNvSpPr txBox="1"/>
              <p:nvPr/>
            </p:nvSpPr>
            <p:spPr>
              <a:xfrm>
                <a:off x="11417140" y="2062931"/>
                <a:ext cx="18107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8" name="テキスト ボックス 527">
                <a:extLst>
                  <a:ext uri="{FF2B5EF4-FFF2-40B4-BE49-F238E27FC236}">
                    <a16:creationId xmlns:a16="http://schemas.microsoft.com/office/drawing/2014/main" id="{0DE2B250-8DE3-E39C-EF19-23392994F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140" y="2062931"/>
                <a:ext cx="181075" cy="119456"/>
              </a:xfrm>
              <a:prstGeom prst="rect">
                <a:avLst/>
              </a:prstGeom>
              <a:blipFill>
                <a:blip r:embed="rId29"/>
                <a:stretch>
                  <a:fillRect l="-13333" t="-5000" r="-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テキスト ボックス 528">
                <a:extLst>
                  <a:ext uri="{FF2B5EF4-FFF2-40B4-BE49-F238E27FC236}">
                    <a16:creationId xmlns:a16="http://schemas.microsoft.com/office/drawing/2014/main" id="{7B461D10-D321-7E27-D5AE-FA36D60DE108}"/>
                  </a:ext>
                </a:extLst>
              </p:cNvPr>
              <p:cNvSpPr txBox="1"/>
              <p:nvPr/>
            </p:nvSpPr>
            <p:spPr>
              <a:xfrm>
                <a:off x="12553215" y="554990"/>
                <a:ext cx="176523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9" name="テキスト ボックス 528">
                <a:extLst>
                  <a:ext uri="{FF2B5EF4-FFF2-40B4-BE49-F238E27FC236}">
                    <a16:creationId xmlns:a16="http://schemas.microsoft.com/office/drawing/2014/main" id="{7B461D10-D321-7E27-D5AE-FA36D60DE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215" y="554990"/>
                <a:ext cx="176523" cy="115288"/>
              </a:xfrm>
              <a:prstGeom prst="rect">
                <a:avLst/>
              </a:prstGeom>
              <a:blipFill>
                <a:blip r:embed="rId62"/>
                <a:stretch>
                  <a:fillRect l="-1379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テキスト ボックス 529">
                <a:extLst>
                  <a:ext uri="{FF2B5EF4-FFF2-40B4-BE49-F238E27FC236}">
                    <a16:creationId xmlns:a16="http://schemas.microsoft.com/office/drawing/2014/main" id="{D9291BC4-F884-D257-0AFB-10E3DB29A2B0}"/>
                  </a:ext>
                </a:extLst>
              </p:cNvPr>
              <p:cNvSpPr txBox="1"/>
              <p:nvPr/>
            </p:nvSpPr>
            <p:spPr>
              <a:xfrm>
                <a:off x="12510460" y="740833"/>
                <a:ext cx="17652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0" name="テキスト ボックス 529">
                <a:extLst>
                  <a:ext uri="{FF2B5EF4-FFF2-40B4-BE49-F238E27FC236}">
                    <a16:creationId xmlns:a16="http://schemas.microsoft.com/office/drawing/2014/main" id="{D9291BC4-F884-D257-0AFB-10E3DB29A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0460" y="740833"/>
                <a:ext cx="176523" cy="115416"/>
              </a:xfrm>
              <a:prstGeom prst="rect">
                <a:avLst/>
              </a:prstGeom>
              <a:blipFill>
                <a:blip r:embed="rId63"/>
                <a:stretch>
                  <a:fillRect l="-13793" t="-5556" r="-10345" b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テキスト ボックス 530">
                <a:extLst>
                  <a:ext uri="{FF2B5EF4-FFF2-40B4-BE49-F238E27FC236}">
                    <a16:creationId xmlns:a16="http://schemas.microsoft.com/office/drawing/2014/main" id="{D3BE1701-EBC4-B2EF-4ACA-0955CDC0E8EC}"/>
                  </a:ext>
                </a:extLst>
              </p:cNvPr>
              <p:cNvSpPr txBox="1"/>
              <p:nvPr/>
            </p:nvSpPr>
            <p:spPr>
              <a:xfrm>
                <a:off x="12569236" y="872192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1" name="テキスト ボックス 530">
                <a:extLst>
                  <a:ext uri="{FF2B5EF4-FFF2-40B4-BE49-F238E27FC236}">
                    <a16:creationId xmlns:a16="http://schemas.microsoft.com/office/drawing/2014/main" id="{D3BE1701-EBC4-B2EF-4ACA-0955CDC0E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9236" y="872192"/>
                <a:ext cx="176523" cy="115866"/>
              </a:xfrm>
              <a:prstGeom prst="rect">
                <a:avLst/>
              </a:prstGeom>
              <a:blipFill>
                <a:blip r:embed="rId64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2" name="テキスト ボックス 531">
                <a:extLst>
                  <a:ext uri="{FF2B5EF4-FFF2-40B4-BE49-F238E27FC236}">
                    <a16:creationId xmlns:a16="http://schemas.microsoft.com/office/drawing/2014/main" id="{E8F34597-FA61-3A87-B971-7909B2E84A5E}"/>
                  </a:ext>
                </a:extLst>
              </p:cNvPr>
              <p:cNvSpPr txBox="1"/>
              <p:nvPr/>
            </p:nvSpPr>
            <p:spPr>
              <a:xfrm>
                <a:off x="12781106" y="986981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2" name="テキスト ボックス 531">
                <a:extLst>
                  <a:ext uri="{FF2B5EF4-FFF2-40B4-BE49-F238E27FC236}">
                    <a16:creationId xmlns:a16="http://schemas.microsoft.com/office/drawing/2014/main" id="{E8F34597-FA61-3A87-B971-7909B2E84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106" y="986981"/>
                <a:ext cx="176523" cy="115866"/>
              </a:xfrm>
              <a:prstGeom prst="rect">
                <a:avLst/>
              </a:prstGeom>
              <a:blipFill>
                <a:blip r:embed="rId32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3" name="テキスト ボックス 532">
                <a:extLst>
                  <a:ext uri="{FF2B5EF4-FFF2-40B4-BE49-F238E27FC236}">
                    <a16:creationId xmlns:a16="http://schemas.microsoft.com/office/drawing/2014/main" id="{B45922FD-FC1E-9AD0-3E44-436866F9137A}"/>
                  </a:ext>
                </a:extLst>
              </p:cNvPr>
              <p:cNvSpPr txBox="1"/>
              <p:nvPr/>
            </p:nvSpPr>
            <p:spPr>
              <a:xfrm>
                <a:off x="12781612" y="1522012"/>
                <a:ext cx="176523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3" name="テキスト ボックス 532">
                <a:extLst>
                  <a:ext uri="{FF2B5EF4-FFF2-40B4-BE49-F238E27FC236}">
                    <a16:creationId xmlns:a16="http://schemas.microsoft.com/office/drawing/2014/main" id="{B45922FD-FC1E-9AD0-3E44-436866F91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612" y="1522012"/>
                <a:ext cx="176523" cy="115288"/>
              </a:xfrm>
              <a:prstGeom prst="rect">
                <a:avLst/>
              </a:prstGeom>
              <a:blipFill>
                <a:blip r:embed="rId65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4" name="テキスト ボックス 533">
                <a:extLst>
                  <a:ext uri="{FF2B5EF4-FFF2-40B4-BE49-F238E27FC236}">
                    <a16:creationId xmlns:a16="http://schemas.microsoft.com/office/drawing/2014/main" id="{60386F32-93EA-B9FE-9BDB-E0D5A7A79747}"/>
                  </a:ext>
                </a:extLst>
              </p:cNvPr>
              <p:cNvSpPr txBox="1"/>
              <p:nvPr/>
            </p:nvSpPr>
            <p:spPr>
              <a:xfrm>
                <a:off x="12464827" y="1549477"/>
                <a:ext cx="17652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4" name="テキスト ボックス 533">
                <a:extLst>
                  <a:ext uri="{FF2B5EF4-FFF2-40B4-BE49-F238E27FC236}">
                    <a16:creationId xmlns:a16="http://schemas.microsoft.com/office/drawing/2014/main" id="{60386F32-93EA-B9FE-9BDB-E0D5A7A79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827" y="1549477"/>
                <a:ext cx="176523" cy="115416"/>
              </a:xfrm>
              <a:prstGeom prst="rect">
                <a:avLst/>
              </a:prstGeom>
              <a:blipFill>
                <a:blip r:embed="rId66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テキスト ボックス 534">
                <a:extLst>
                  <a:ext uri="{FF2B5EF4-FFF2-40B4-BE49-F238E27FC236}">
                    <a16:creationId xmlns:a16="http://schemas.microsoft.com/office/drawing/2014/main" id="{7D497049-4661-63AE-4C41-B8618A299D62}"/>
                  </a:ext>
                </a:extLst>
              </p:cNvPr>
              <p:cNvSpPr txBox="1"/>
              <p:nvPr/>
            </p:nvSpPr>
            <p:spPr>
              <a:xfrm>
                <a:off x="12464890" y="1728894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5" name="テキスト ボックス 534">
                <a:extLst>
                  <a:ext uri="{FF2B5EF4-FFF2-40B4-BE49-F238E27FC236}">
                    <a16:creationId xmlns:a16="http://schemas.microsoft.com/office/drawing/2014/main" id="{7D497049-4661-63AE-4C41-B8618A29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890" y="1728894"/>
                <a:ext cx="176523" cy="115866"/>
              </a:xfrm>
              <a:prstGeom prst="rect">
                <a:avLst/>
              </a:prstGeom>
              <a:blipFill>
                <a:blip r:embed="rId67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テキスト ボックス 535">
                <a:extLst>
                  <a:ext uri="{FF2B5EF4-FFF2-40B4-BE49-F238E27FC236}">
                    <a16:creationId xmlns:a16="http://schemas.microsoft.com/office/drawing/2014/main" id="{3E56592B-2053-DCF4-04CB-896F8EAB4DA5}"/>
                  </a:ext>
                </a:extLst>
              </p:cNvPr>
              <p:cNvSpPr txBox="1"/>
              <p:nvPr/>
            </p:nvSpPr>
            <p:spPr>
              <a:xfrm>
                <a:off x="12618181" y="1897197"/>
                <a:ext cx="176523" cy="1152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6" name="テキスト ボックス 535">
                <a:extLst>
                  <a:ext uri="{FF2B5EF4-FFF2-40B4-BE49-F238E27FC236}">
                    <a16:creationId xmlns:a16="http://schemas.microsoft.com/office/drawing/2014/main" id="{3E56592B-2053-DCF4-04CB-896F8EAB4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8181" y="1897197"/>
                <a:ext cx="176523" cy="115224"/>
              </a:xfrm>
              <a:prstGeom prst="rect">
                <a:avLst/>
              </a:prstGeom>
              <a:blipFill>
                <a:blip r:embed="rId68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7" name="テキスト ボックス 536">
            <a:extLst>
              <a:ext uri="{FF2B5EF4-FFF2-40B4-BE49-F238E27FC236}">
                <a16:creationId xmlns:a16="http://schemas.microsoft.com/office/drawing/2014/main" id="{9098ACE4-79D2-934F-F447-F2781ACF65FE}"/>
              </a:ext>
            </a:extLst>
          </p:cNvPr>
          <p:cNvSpPr txBox="1"/>
          <p:nvPr/>
        </p:nvSpPr>
        <p:spPr>
          <a:xfrm>
            <a:off x="5926666" y="205316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探索ベース</a:t>
            </a:r>
          </a:p>
        </p:txBody>
      </p:sp>
      <p:sp>
        <p:nvSpPr>
          <p:cNvPr id="538" name="テキスト ボックス 537">
            <a:extLst>
              <a:ext uri="{FF2B5EF4-FFF2-40B4-BE49-F238E27FC236}">
                <a16:creationId xmlns:a16="http://schemas.microsoft.com/office/drawing/2014/main" id="{2A898D1C-77A8-1AD3-0A3D-2A1B250BF6D1}"/>
              </a:ext>
            </a:extLst>
          </p:cNvPr>
          <p:cNvSpPr txBox="1"/>
          <p:nvPr/>
        </p:nvSpPr>
        <p:spPr>
          <a:xfrm>
            <a:off x="7840132" y="204620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絶対値ベース</a:t>
            </a:r>
          </a:p>
        </p:txBody>
      </p:sp>
      <p:sp>
        <p:nvSpPr>
          <p:cNvPr id="539" name="テキスト ボックス 538">
            <a:extLst>
              <a:ext uri="{FF2B5EF4-FFF2-40B4-BE49-F238E27FC236}">
                <a16:creationId xmlns:a16="http://schemas.microsoft.com/office/drawing/2014/main" id="{1D01ED1F-B924-4BC4-BADC-474A8AD7B40B}"/>
              </a:ext>
            </a:extLst>
          </p:cNvPr>
          <p:cNvSpPr txBox="1"/>
          <p:nvPr/>
        </p:nvSpPr>
        <p:spPr>
          <a:xfrm>
            <a:off x="4363094" y="164507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プルーニング対象の探し方</a:t>
            </a:r>
          </a:p>
        </p:txBody>
      </p:sp>
      <p:sp>
        <p:nvSpPr>
          <p:cNvPr id="540" name="テキスト ボックス 539">
            <a:extLst>
              <a:ext uri="{FF2B5EF4-FFF2-40B4-BE49-F238E27FC236}">
                <a16:creationId xmlns:a16="http://schemas.microsoft.com/office/drawing/2014/main" id="{53D73A05-41BF-1ED3-72FD-4DEE89D33378}"/>
              </a:ext>
            </a:extLst>
          </p:cNvPr>
          <p:cNvSpPr txBox="1"/>
          <p:nvPr/>
        </p:nvSpPr>
        <p:spPr>
          <a:xfrm>
            <a:off x="5939365" y="8151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構造化</a:t>
            </a:r>
          </a:p>
        </p:txBody>
      </p:sp>
      <p:sp>
        <p:nvSpPr>
          <p:cNvPr id="541" name="テキスト ボックス 540">
            <a:extLst>
              <a:ext uri="{FF2B5EF4-FFF2-40B4-BE49-F238E27FC236}">
                <a16:creationId xmlns:a16="http://schemas.microsoft.com/office/drawing/2014/main" id="{AA8EE499-1D96-9420-4902-C01C6809E2E6}"/>
              </a:ext>
            </a:extLst>
          </p:cNvPr>
          <p:cNvSpPr txBox="1"/>
          <p:nvPr/>
        </p:nvSpPr>
        <p:spPr>
          <a:xfrm>
            <a:off x="7802032" y="8270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非構造化</a:t>
            </a:r>
          </a:p>
        </p:txBody>
      </p:sp>
      <p:sp>
        <p:nvSpPr>
          <p:cNvPr id="542" name="テキスト ボックス 541">
            <a:extLst>
              <a:ext uri="{FF2B5EF4-FFF2-40B4-BE49-F238E27FC236}">
                <a16:creationId xmlns:a16="http://schemas.microsoft.com/office/drawing/2014/main" id="{C7D877CF-BDA5-B964-EBA5-52ACE2F6993B}"/>
              </a:ext>
            </a:extLst>
          </p:cNvPr>
          <p:cNvSpPr txBox="1"/>
          <p:nvPr/>
        </p:nvSpPr>
        <p:spPr>
          <a:xfrm>
            <a:off x="4363094" y="41308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プルーニング単位</a:t>
            </a:r>
          </a:p>
        </p:txBody>
      </p:sp>
      <p:sp>
        <p:nvSpPr>
          <p:cNvPr id="147" name="楕円 146">
            <a:extLst>
              <a:ext uri="{FF2B5EF4-FFF2-40B4-BE49-F238E27FC236}">
                <a16:creationId xmlns:a16="http://schemas.microsoft.com/office/drawing/2014/main" id="{5011D9D2-95C6-3BC2-F676-E650DA3C5E4D}"/>
              </a:ext>
            </a:extLst>
          </p:cNvPr>
          <p:cNvSpPr/>
          <p:nvPr/>
        </p:nvSpPr>
        <p:spPr>
          <a:xfrm>
            <a:off x="1347154" y="513098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楕円 147">
            <a:extLst>
              <a:ext uri="{FF2B5EF4-FFF2-40B4-BE49-F238E27FC236}">
                <a16:creationId xmlns:a16="http://schemas.microsoft.com/office/drawing/2014/main" id="{6D6ABF18-6642-67B9-F586-9CB491452D44}"/>
              </a:ext>
            </a:extLst>
          </p:cNvPr>
          <p:cNvSpPr/>
          <p:nvPr/>
        </p:nvSpPr>
        <p:spPr>
          <a:xfrm>
            <a:off x="1347154" y="5654224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楕円 148">
            <a:extLst>
              <a:ext uri="{FF2B5EF4-FFF2-40B4-BE49-F238E27FC236}">
                <a16:creationId xmlns:a16="http://schemas.microsoft.com/office/drawing/2014/main" id="{A800942D-F428-2446-FCDC-E0C8A074ED9C}"/>
              </a:ext>
            </a:extLst>
          </p:cNvPr>
          <p:cNvSpPr/>
          <p:nvPr/>
        </p:nvSpPr>
        <p:spPr>
          <a:xfrm>
            <a:off x="1347154" y="617746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楕円 149">
            <a:extLst>
              <a:ext uri="{FF2B5EF4-FFF2-40B4-BE49-F238E27FC236}">
                <a16:creationId xmlns:a16="http://schemas.microsoft.com/office/drawing/2014/main" id="{FE0ED9B7-FB98-50B6-DBA7-D2BB62458A5A}"/>
              </a:ext>
            </a:extLst>
          </p:cNvPr>
          <p:cNvSpPr/>
          <p:nvPr/>
        </p:nvSpPr>
        <p:spPr>
          <a:xfrm>
            <a:off x="2408874" y="484142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楕円 150">
            <a:extLst>
              <a:ext uri="{FF2B5EF4-FFF2-40B4-BE49-F238E27FC236}">
                <a16:creationId xmlns:a16="http://schemas.microsoft.com/office/drawing/2014/main" id="{8951E7FD-7AFC-41E6-E945-3A1619CCC515}"/>
              </a:ext>
            </a:extLst>
          </p:cNvPr>
          <p:cNvSpPr/>
          <p:nvPr/>
        </p:nvSpPr>
        <p:spPr>
          <a:xfrm>
            <a:off x="2408874" y="5364664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楕円 151">
            <a:extLst>
              <a:ext uri="{FF2B5EF4-FFF2-40B4-BE49-F238E27FC236}">
                <a16:creationId xmlns:a16="http://schemas.microsoft.com/office/drawing/2014/main" id="{4B2299E5-9781-E617-D39F-B4DBDE840C97}"/>
              </a:ext>
            </a:extLst>
          </p:cNvPr>
          <p:cNvSpPr/>
          <p:nvPr/>
        </p:nvSpPr>
        <p:spPr>
          <a:xfrm>
            <a:off x="2408874" y="588790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楕円 152">
            <a:extLst>
              <a:ext uri="{FF2B5EF4-FFF2-40B4-BE49-F238E27FC236}">
                <a16:creationId xmlns:a16="http://schemas.microsoft.com/office/drawing/2014/main" id="{9CF74485-6DC0-FE9F-3190-7D7AA200FB9D}"/>
              </a:ext>
            </a:extLst>
          </p:cNvPr>
          <p:cNvSpPr/>
          <p:nvPr/>
        </p:nvSpPr>
        <p:spPr>
          <a:xfrm>
            <a:off x="2408874" y="6409729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楕円 153">
            <a:extLst>
              <a:ext uri="{FF2B5EF4-FFF2-40B4-BE49-F238E27FC236}">
                <a16:creationId xmlns:a16="http://schemas.microsoft.com/office/drawing/2014/main" id="{CFE06A82-6561-F684-3E2F-03926E1BEEDA}"/>
              </a:ext>
            </a:extLst>
          </p:cNvPr>
          <p:cNvSpPr/>
          <p:nvPr/>
        </p:nvSpPr>
        <p:spPr>
          <a:xfrm>
            <a:off x="3470594" y="484142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楕円 154">
            <a:extLst>
              <a:ext uri="{FF2B5EF4-FFF2-40B4-BE49-F238E27FC236}">
                <a16:creationId xmlns:a16="http://schemas.microsoft.com/office/drawing/2014/main" id="{9042E6FB-E1EB-331E-1A7A-52FE057BB190}"/>
              </a:ext>
            </a:extLst>
          </p:cNvPr>
          <p:cNvSpPr/>
          <p:nvPr/>
        </p:nvSpPr>
        <p:spPr>
          <a:xfrm>
            <a:off x="3470594" y="5364664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楕円 155">
            <a:extLst>
              <a:ext uri="{FF2B5EF4-FFF2-40B4-BE49-F238E27FC236}">
                <a16:creationId xmlns:a16="http://schemas.microsoft.com/office/drawing/2014/main" id="{345BDDAF-70B8-CDDF-DBE7-1B93D393A135}"/>
              </a:ext>
            </a:extLst>
          </p:cNvPr>
          <p:cNvSpPr/>
          <p:nvPr/>
        </p:nvSpPr>
        <p:spPr>
          <a:xfrm>
            <a:off x="3470594" y="5887904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3B3C9C7C-9384-E3B0-0787-A46A2AF56922}"/>
              </a:ext>
            </a:extLst>
          </p:cNvPr>
          <p:cNvSpPr/>
          <p:nvPr/>
        </p:nvSpPr>
        <p:spPr>
          <a:xfrm>
            <a:off x="3470594" y="6409729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F85665B8-6C7A-B239-2F04-378781D3DD6B}"/>
              </a:ext>
            </a:extLst>
          </p:cNvPr>
          <p:cNvSpPr/>
          <p:nvPr/>
        </p:nvSpPr>
        <p:spPr>
          <a:xfrm>
            <a:off x="4532314" y="5130984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69CD61E4-9924-70D7-171B-68991BF9C5F5}"/>
              </a:ext>
            </a:extLst>
          </p:cNvPr>
          <p:cNvSpPr/>
          <p:nvPr/>
        </p:nvSpPr>
        <p:spPr>
          <a:xfrm>
            <a:off x="4532314" y="5654224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楕円 191">
            <a:extLst>
              <a:ext uri="{FF2B5EF4-FFF2-40B4-BE49-F238E27FC236}">
                <a16:creationId xmlns:a16="http://schemas.microsoft.com/office/drawing/2014/main" id="{446FC692-4B88-977E-B4B2-80A9B8CF95F1}"/>
              </a:ext>
            </a:extLst>
          </p:cNvPr>
          <p:cNvSpPr/>
          <p:nvPr/>
        </p:nvSpPr>
        <p:spPr>
          <a:xfrm>
            <a:off x="4532314" y="617746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9A5D849D-00E6-23B9-8F5A-DB60C858329B}"/>
              </a:ext>
            </a:extLst>
          </p:cNvPr>
          <p:cNvCxnSpPr>
            <a:cxnSpLocks/>
            <a:stCxn id="147" idx="6"/>
            <a:endCxn id="150" idx="2"/>
          </p:cNvCxnSpPr>
          <p:nvPr/>
        </p:nvCxnSpPr>
        <p:spPr>
          <a:xfrm flipV="1">
            <a:off x="1568133" y="495191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6CBDA8B0-B7A2-BD23-31F3-32EF997CFA73}"/>
              </a:ext>
            </a:extLst>
          </p:cNvPr>
          <p:cNvCxnSpPr>
            <a:cxnSpLocks/>
            <a:stCxn id="148" idx="6"/>
            <a:endCxn id="150" idx="2"/>
          </p:cNvCxnSpPr>
          <p:nvPr/>
        </p:nvCxnSpPr>
        <p:spPr>
          <a:xfrm flipV="1">
            <a:off x="1568133" y="495191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DF3B73E2-BB37-FEE7-85CB-DD65CF40004F}"/>
              </a:ext>
            </a:extLst>
          </p:cNvPr>
          <p:cNvCxnSpPr>
            <a:cxnSpLocks/>
            <a:stCxn id="147" idx="6"/>
            <a:endCxn id="152" idx="2"/>
          </p:cNvCxnSpPr>
          <p:nvPr/>
        </p:nvCxnSpPr>
        <p:spPr>
          <a:xfrm>
            <a:off x="1568133" y="5241474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線コネクタ 195">
            <a:extLst>
              <a:ext uri="{FF2B5EF4-FFF2-40B4-BE49-F238E27FC236}">
                <a16:creationId xmlns:a16="http://schemas.microsoft.com/office/drawing/2014/main" id="{E7167E81-85B2-A26F-CDB9-062E4704EF68}"/>
              </a:ext>
            </a:extLst>
          </p:cNvPr>
          <p:cNvCxnSpPr>
            <a:cxnSpLocks/>
            <a:stCxn id="148" idx="6"/>
            <a:endCxn id="151" idx="2"/>
          </p:cNvCxnSpPr>
          <p:nvPr/>
        </p:nvCxnSpPr>
        <p:spPr>
          <a:xfrm flipV="1">
            <a:off x="1568133" y="5475154"/>
            <a:ext cx="840741" cy="28956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線コネクタ 196">
            <a:extLst>
              <a:ext uri="{FF2B5EF4-FFF2-40B4-BE49-F238E27FC236}">
                <a16:creationId xmlns:a16="http://schemas.microsoft.com/office/drawing/2014/main" id="{638D1C59-5760-D0BA-55F6-35C84B00FEE7}"/>
              </a:ext>
            </a:extLst>
          </p:cNvPr>
          <p:cNvCxnSpPr>
            <a:cxnSpLocks/>
            <a:stCxn id="147" idx="6"/>
            <a:endCxn id="151" idx="2"/>
          </p:cNvCxnSpPr>
          <p:nvPr/>
        </p:nvCxnSpPr>
        <p:spPr>
          <a:xfrm>
            <a:off x="1568133" y="5241474"/>
            <a:ext cx="840741" cy="23368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6397B05C-7E96-46E0-23F1-CDB5046C51FD}"/>
              </a:ext>
            </a:extLst>
          </p:cNvPr>
          <p:cNvCxnSpPr>
            <a:cxnSpLocks/>
            <a:stCxn id="147" idx="6"/>
            <a:endCxn id="153" idx="2"/>
          </p:cNvCxnSpPr>
          <p:nvPr/>
        </p:nvCxnSpPr>
        <p:spPr>
          <a:xfrm>
            <a:off x="1568133" y="5241474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24ED33EF-EA0B-B298-88FF-DFA840A1BCA0}"/>
              </a:ext>
            </a:extLst>
          </p:cNvPr>
          <p:cNvCxnSpPr>
            <a:cxnSpLocks/>
            <a:stCxn id="148" idx="6"/>
            <a:endCxn id="152" idx="2"/>
          </p:cNvCxnSpPr>
          <p:nvPr/>
        </p:nvCxnSpPr>
        <p:spPr>
          <a:xfrm>
            <a:off x="1568133" y="576471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直線コネクタ 199">
            <a:extLst>
              <a:ext uri="{FF2B5EF4-FFF2-40B4-BE49-F238E27FC236}">
                <a16:creationId xmlns:a16="http://schemas.microsoft.com/office/drawing/2014/main" id="{808A3F4B-F5CF-F957-3879-03F6631312A1}"/>
              </a:ext>
            </a:extLst>
          </p:cNvPr>
          <p:cNvCxnSpPr>
            <a:cxnSpLocks/>
            <a:stCxn id="148" idx="6"/>
            <a:endCxn id="153" idx="2"/>
          </p:cNvCxnSpPr>
          <p:nvPr/>
        </p:nvCxnSpPr>
        <p:spPr>
          <a:xfrm>
            <a:off x="1568133" y="5764714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コネクタ 200">
            <a:extLst>
              <a:ext uri="{FF2B5EF4-FFF2-40B4-BE49-F238E27FC236}">
                <a16:creationId xmlns:a16="http://schemas.microsoft.com/office/drawing/2014/main" id="{828AFD10-7F05-5E60-DA9C-ACC9EEA73002}"/>
              </a:ext>
            </a:extLst>
          </p:cNvPr>
          <p:cNvCxnSpPr>
            <a:cxnSpLocks/>
            <a:stCxn id="149" idx="6"/>
            <a:endCxn id="150" idx="2"/>
          </p:cNvCxnSpPr>
          <p:nvPr/>
        </p:nvCxnSpPr>
        <p:spPr>
          <a:xfrm flipV="1">
            <a:off x="1568133" y="4951914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線コネクタ 201">
            <a:extLst>
              <a:ext uri="{FF2B5EF4-FFF2-40B4-BE49-F238E27FC236}">
                <a16:creationId xmlns:a16="http://schemas.microsoft.com/office/drawing/2014/main" id="{7DE8C921-D3F6-49DA-19AB-D2A0E8914671}"/>
              </a:ext>
            </a:extLst>
          </p:cNvPr>
          <p:cNvCxnSpPr>
            <a:cxnSpLocks/>
            <a:stCxn id="149" idx="6"/>
            <a:endCxn id="151" idx="2"/>
          </p:cNvCxnSpPr>
          <p:nvPr/>
        </p:nvCxnSpPr>
        <p:spPr>
          <a:xfrm flipV="1">
            <a:off x="1568133" y="5475154"/>
            <a:ext cx="840741" cy="81280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直線コネクタ 202">
            <a:extLst>
              <a:ext uri="{FF2B5EF4-FFF2-40B4-BE49-F238E27FC236}">
                <a16:creationId xmlns:a16="http://schemas.microsoft.com/office/drawing/2014/main" id="{1A2387AF-389E-2598-A433-18D28382E4C1}"/>
              </a:ext>
            </a:extLst>
          </p:cNvPr>
          <p:cNvCxnSpPr>
            <a:cxnSpLocks/>
            <a:stCxn id="149" idx="6"/>
            <a:endCxn id="152" idx="2"/>
          </p:cNvCxnSpPr>
          <p:nvPr/>
        </p:nvCxnSpPr>
        <p:spPr>
          <a:xfrm flipV="1">
            <a:off x="1568133" y="599839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線コネクタ 203">
            <a:extLst>
              <a:ext uri="{FF2B5EF4-FFF2-40B4-BE49-F238E27FC236}">
                <a16:creationId xmlns:a16="http://schemas.microsoft.com/office/drawing/2014/main" id="{E8204E6A-6809-6410-749B-8CCB8B95AF6B}"/>
              </a:ext>
            </a:extLst>
          </p:cNvPr>
          <p:cNvCxnSpPr>
            <a:cxnSpLocks/>
            <a:stCxn id="149" idx="6"/>
            <a:endCxn id="153" idx="2"/>
          </p:cNvCxnSpPr>
          <p:nvPr/>
        </p:nvCxnSpPr>
        <p:spPr>
          <a:xfrm>
            <a:off x="1568133" y="6287954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直線コネクタ 204">
            <a:extLst>
              <a:ext uri="{FF2B5EF4-FFF2-40B4-BE49-F238E27FC236}">
                <a16:creationId xmlns:a16="http://schemas.microsoft.com/office/drawing/2014/main" id="{92FB0FEB-6E95-388A-6F68-E3B859C9B7A9}"/>
              </a:ext>
            </a:extLst>
          </p:cNvPr>
          <p:cNvCxnSpPr>
            <a:cxnSpLocks/>
            <a:stCxn id="150" idx="6"/>
            <a:endCxn id="154" idx="2"/>
          </p:cNvCxnSpPr>
          <p:nvPr/>
        </p:nvCxnSpPr>
        <p:spPr>
          <a:xfrm>
            <a:off x="2629853" y="4951914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直線コネクタ 205">
            <a:extLst>
              <a:ext uri="{FF2B5EF4-FFF2-40B4-BE49-F238E27FC236}">
                <a16:creationId xmlns:a16="http://schemas.microsoft.com/office/drawing/2014/main" id="{754C5389-DBFF-1EEF-D1BE-43C15C506A34}"/>
              </a:ext>
            </a:extLst>
          </p:cNvPr>
          <p:cNvCxnSpPr>
            <a:cxnSpLocks/>
            <a:stCxn id="151" idx="6"/>
            <a:endCxn id="154" idx="2"/>
          </p:cNvCxnSpPr>
          <p:nvPr/>
        </p:nvCxnSpPr>
        <p:spPr>
          <a:xfrm flipV="1">
            <a:off x="2629853" y="4951914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直線コネクタ 206">
            <a:extLst>
              <a:ext uri="{FF2B5EF4-FFF2-40B4-BE49-F238E27FC236}">
                <a16:creationId xmlns:a16="http://schemas.microsoft.com/office/drawing/2014/main" id="{E57F6606-B96B-DB29-760B-1AB1A5F344AA}"/>
              </a:ext>
            </a:extLst>
          </p:cNvPr>
          <p:cNvCxnSpPr>
            <a:cxnSpLocks/>
            <a:stCxn id="150" idx="6"/>
            <a:endCxn id="156" idx="2"/>
          </p:cNvCxnSpPr>
          <p:nvPr/>
        </p:nvCxnSpPr>
        <p:spPr>
          <a:xfrm>
            <a:off x="2629853" y="4951914"/>
            <a:ext cx="840741" cy="104648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直線コネクタ 207">
            <a:extLst>
              <a:ext uri="{FF2B5EF4-FFF2-40B4-BE49-F238E27FC236}">
                <a16:creationId xmlns:a16="http://schemas.microsoft.com/office/drawing/2014/main" id="{C9691D32-B97D-D4AE-6582-15C1D3D53C0C}"/>
              </a:ext>
            </a:extLst>
          </p:cNvPr>
          <p:cNvCxnSpPr>
            <a:cxnSpLocks/>
            <a:stCxn id="151" idx="6"/>
            <a:endCxn id="155" idx="2"/>
          </p:cNvCxnSpPr>
          <p:nvPr/>
        </p:nvCxnSpPr>
        <p:spPr>
          <a:xfrm>
            <a:off x="2629853" y="5475154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直線コネクタ 208">
            <a:extLst>
              <a:ext uri="{FF2B5EF4-FFF2-40B4-BE49-F238E27FC236}">
                <a16:creationId xmlns:a16="http://schemas.microsoft.com/office/drawing/2014/main" id="{5132CAC6-4A48-9927-3398-10604712B078}"/>
              </a:ext>
            </a:extLst>
          </p:cNvPr>
          <p:cNvCxnSpPr>
            <a:cxnSpLocks/>
            <a:stCxn id="150" idx="6"/>
            <a:endCxn id="155" idx="2"/>
          </p:cNvCxnSpPr>
          <p:nvPr/>
        </p:nvCxnSpPr>
        <p:spPr>
          <a:xfrm>
            <a:off x="2629853" y="495191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直線コネクタ 209">
            <a:extLst>
              <a:ext uri="{FF2B5EF4-FFF2-40B4-BE49-F238E27FC236}">
                <a16:creationId xmlns:a16="http://schemas.microsoft.com/office/drawing/2014/main" id="{B596E7A1-8440-E1CD-4F79-7CA6261A1A94}"/>
              </a:ext>
            </a:extLst>
          </p:cNvPr>
          <p:cNvCxnSpPr>
            <a:cxnSpLocks/>
            <a:stCxn id="150" idx="6"/>
            <a:endCxn id="157" idx="2"/>
          </p:cNvCxnSpPr>
          <p:nvPr/>
        </p:nvCxnSpPr>
        <p:spPr>
          <a:xfrm>
            <a:off x="2629853" y="4951914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直線コネクタ 210">
            <a:extLst>
              <a:ext uri="{FF2B5EF4-FFF2-40B4-BE49-F238E27FC236}">
                <a16:creationId xmlns:a16="http://schemas.microsoft.com/office/drawing/2014/main" id="{17500114-0AA8-B08A-A304-0964AB3DF5DC}"/>
              </a:ext>
            </a:extLst>
          </p:cNvPr>
          <p:cNvCxnSpPr>
            <a:cxnSpLocks/>
            <a:stCxn id="151" idx="6"/>
            <a:endCxn id="156" idx="2"/>
          </p:cNvCxnSpPr>
          <p:nvPr/>
        </p:nvCxnSpPr>
        <p:spPr>
          <a:xfrm>
            <a:off x="2629853" y="5475154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直線コネクタ 218">
            <a:extLst>
              <a:ext uri="{FF2B5EF4-FFF2-40B4-BE49-F238E27FC236}">
                <a16:creationId xmlns:a16="http://schemas.microsoft.com/office/drawing/2014/main" id="{F52FB07F-E40C-C115-2FFC-70F8E1761395}"/>
              </a:ext>
            </a:extLst>
          </p:cNvPr>
          <p:cNvCxnSpPr>
            <a:cxnSpLocks/>
            <a:stCxn id="151" idx="6"/>
            <a:endCxn id="157" idx="2"/>
          </p:cNvCxnSpPr>
          <p:nvPr/>
        </p:nvCxnSpPr>
        <p:spPr>
          <a:xfrm>
            <a:off x="2629853" y="5475154"/>
            <a:ext cx="840741" cy="104506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直線コネクタ 219">
            <a:extLst>
              <a:ext uri="{FF2B5EF4-FFF2-40B4-BE49-F238E27FC236}">
                <a16:creationId xmlns:a16="http://schemas.microsoft.com/office/drawing/2014/main" id="{BC500541-8F64-2D79-034A-C78EFF100A26}"/>
              </a:ext>
            </a:extLst>
          </p:cNvPr>
          <p:cNvCxnSpPr>
            <a:cxnSpLocks/>
            <a:stCxn id="152" idx="6"/>
            <a:endCxn id="154" idx="2"/>
          </p:cNvCxnSpPr>
          <p:nvPr/>
        </p:nvCxnSpPr>
        <p:spPr>
          <a:xfrm flipV="1">
            <a:off x="2629853" y="4951914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直線コネクタ 220">
            <a:extLst>
              <a:ext uri="{FF2B5EF4-FFF2-40B4-BE49-F238E27FC236}">
                <a16:creationId xmlns:a16="http://schemas.microsoft.com/office/drawing/2014/main" id="{BA737032-639C-A5BE-F76E-701DD3755A34}"/>
              </a:ext>
            </a:extLst>
          </p:cNvPr>
          <p:cNvCxnSpPr>
            <a:cxnSpLocks/>
            <a:stCxn id="152" idx="6"/>
            <a:endCxn id="155" idx="2"/>
          </p:cNvCxnSpPr>
          <p:nvPr/>
        </p:nvCxnSpPr>
        <p:spPr>
          <a:xfrm flipV="1">
            <a:off x="2629853" y="5475154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直線コネクタ 221">
            <a:extLst>
              <a:ext uri="{FF2B5EF4-FFF2-40B4-BE49-F238E27FC236}">
                <a16:creationId xmlns:a16="http://schemas.microsoft.com/office/drawing/2014/main" id="{92C31904-F1E7-C46D-B3C8-A5C136596F8E}"/>
              </a:ext>
            </a:extLst>
          </p:cNvPr>
          <p:cNvCxnSpPr>
            <a:cxnSpLocks/>
            <a:stCxn id="152" idx="6"/>
            <a:endCxn id="156" idx="2"/>
          </p:cNvCxnSpPr>
          <p:nvPr/>
        </p:nvCxnSpPr>
        <p:spPr>
          <a:xfrm>
            <a:off x="2629853" y="5998394"/>
            <a:ext cx="840741" cy="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直線コネクタ 222">
            <a:extLst>
              <a:ext uri="{FF2B5EF4-FFF2-40B4-BE49-F238E27FC236}">
                <a16:creationId xmlns:a16="http://schemas.microsoft.com/office/drawing/2014/main" id="{07CA4967-DA29-8B0D-3972-D6146F6BCE85}"/>
              </a:ext>
            </a:extLst>
          </p:cNvPr>
          <p:cNvCxnSpPr>
            <a:cxnSpLocks/>
            <a:stCxn id="152" idx="6"/>
            <a:endCxn id="157" idx="2"/>
          </p:cNvCxnSpPr>
          <p:nvPr/>
        </p:nvCxnSpPr>
        <p:spPr>
          <a:xfrm>
            <a:off x="2629853" y="5998394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9EBDE401-CFE6-5683-334C-09B3ADF41674}"/>
              </a:ext>
            </a:extLst>
          </p:cNvPr>
          <p:cNvCxnSpPr>
            <a:cxnSpLocks/>
            <a:stCxn id="153" idx="6"/>
            <a:endCxn id="155" idx="2"/>
          </p:cNvCxnSpPr>
          <p:nvPr/>
        </p:nvCxnSpPr>
        <p:spPr>
          <a:xfrm flipV="1">
            <a:off x="2629853" y="5475154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直線コネクタ 256">
            <a:extLst>
              <a:ext uri="{FF2B5EF4-FFF2-40B4-BE49-F238E27FC236}">
                <a16:creationId xmlns:a16="http://schemas.microsoft.com/office/drawing/2014/main" id="{12A29E98-4FB7-103E-084E-7BA89B53CF0E}"/>
              </a:ext>
            </a:extLst>
          </p:cNvPr>
          <p:cNvCxnSpPr>
            <a:cxnSpLocks/>
            <a:stCxn id="153" idx="6"/>
            <a:endCxn id="154" idx="2"/>
          </p:cNvCxnSpPr>
          <p:nvPr/>
        </p:nvCxnSpPr>
        <p:spPr>
          <a:xfrm flipV="1">
            <a:off x="2629853" y="4951914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直線コネクタ 257">
            <a:extLst>
              <a:ext uri="{FF2B5EF4-FFF2-40B4-BE49-F238E27FC236}">
                <a16:creationId xmlns:a16="http://schemas.microsoft.com/office/drawing/2014/main" id="{977DA15C-7DB8-5850-868E-DB2B97605C5A}"/>
              </a:ext>
            </a:extLst>
          </p:cNvPr>
          <p:cNvCxnSpPr>
            <a:cxnSpLocks/>
            <a:stCxn id="153" idx="6"/>
            <a:endCxn id="156" idx="2"/>
          </p:cNvCxnSpPr>
          <p:nvPr/>
        </p:nvCxnSpPr>
        <p:spPr>
          <a:xfrm flipV="1">
            <a:off x="2629853" y="5998394"/>
            <a:ext cx="840741" cy="52182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9" name="直線コネクタ 258">
            <a:extLst>
              <a:ext uri="{FF2B5EF4-FFF2-40B4-BE49-F238E27FC236}">
                <a16:creationId xmlns:a16="http://schemas.microsoft.com/office/drawing/2014/main" id="{DCD1ACD2-1B4E-113A-C532-5F464B7B2488}"/>
              </a:ext>
            </a:extLst>
          </p:cNvPr>
          <p:cNvCxnSpPr>
            <a:cxnSpLocks/>
            <a:stCxn id="153" idx="6"/>
            <a:endCxn id="157" idx="2"/>
          </p:cNvCxnSpPr>
          <p:nvPr/>
        </p:nvCxnSpPr>
        <p:spPr>
          <a:xfrm>
            <a:off x="2629853" y="6520219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直線コネクタ 259">
            <a:extLst>
              <a:ext uri="{FF2B5EF4-FFF2-40B4-BE49-F238E27FC236}">
                <a16:creationId xmlns:a16="http://schemas.microsoft.com/office/drawing/2014/main" id="{54C54152-5B08-05CE-E310-FE6E18CF13D3}"/>
              </a:ext>
            </a:extLst>
          </p:cNvPr>
          <p:cNvCxnSpPr>
            <a:cxnSpLocks/>
            <a:stCxn id="154" idx="6"/>
            <a:endCxn id="158" idx="2"/>
          </p:cNvCxnSpPr>
          <p:nvPr/>
        </p:nvCxnSpPr>
        <p:spPr>
          <a:xfrm>
            <a:off x="3691573" y="495191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20516434-7F78-6C1F-F772-0C92A0EDD3B9}"/>
              </a:ext>
            </a:extLst>
          </p:cNvPr>
          <p:cNvCxnSpPr>
            <a:cxnSpLocks/>
            <a:stCxn id="155" idx="6"/>
            <a:endCxn id="158" idx="2"/>
          </p:cNvCxnSpPr>
          <p:nvPr/>
        </p:nvCxnSpPr>
        <p:spPr>
          <a:xfrm flipV="1">
            <a:off x="3691573" y="5241474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584F7D37-CF5C-F190-EAC5-831CFD18B1C9}"/>
              </a:ext>
            </a:extLst>
          </p:cNvPr>
          <p:cNvCxnSpPr>
            <a:cxnSpLocks/>
            <a:stCxn id="154" idx="6"/>
            <a:endCxn id="192" idx="2"/>
          </p:cNvCxnSpPr>
          <p:nvPr/>
        </p:nvCxnSpPr>
        <p:spPr>
          <a:xfrm>
            <a:off x="3691573" y="4951914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3" name="直線コネクタ 262">
            <a:extLst>
              <a:ext uri="{FF2B5EF4-FFF2-40B4-BE49-F238E27FC236}">
                <a16:creationId xmlns:a16="http://schemas.microsoft.com/office/drawing/2014/main" id="{1E1B7056-4123-8484-51B7-08EEC7E137E3}"/>
              </a:ext>
            </a:extLst>
          </p:cNvPr>
          <p:cNvCxnSpPr>
            <a:cxnSpLocks/>
            <a:stCxn id="155" idx="6"/>
            <a:endCxn id="192" idx="2"/>
          </p:cNvCxnSpPr>
          <p:nvPr/>
        </p:nvCxnSpPr>
        <p:spPr>
          <a:xfrm>
            <a:off x="3691573" y="547515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48F341AC-DAC6-EEF0-4DBA-1CD94A4D384E}"/>
              </a:ext>
            </a:extLst>
          </p:cNvPr>
          <p:cNvCxnSpPr>
            <a:cxnSpLocks/>
            <a:stCxn id="154" idx="6"/>
            <a:endCxn id="159" idx="2"/>
          </p:cNvCxnSpPr>
          <p:nvPr/>
        </p:nvCxnSpPr>
        <p:spPr>
          <a:xfrm>
            <a:off x="3691573" y="4951914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直線コネクタ 264">
            <a:extLst>
              <a:ext uri="{FF2B5EF4-FFF2-40B4-BE49-F238E27FC236}">
                <a16:creationId xmlns:a16="http://schemas.microsoft.com/office/drawing/2014/main" id="{4EF4A2C2-85EE-6F85-C1C2-A04780343E4E}"/>
              </a:ext>
            </a:extLst>
          </p:cNvPr>
          <p:cNvCxnSpPr>
            <a:cxnSpLocks/>
            <a:stCxn id="157" idx="6"/>
            <a:endCxn id="159" idx="2"/>
          </p:cNvCxnSpPr>
          <p:nvPr/>
        </p:nvCxnSpPr>
        <p:spPr>
          <a:xfrm flipV="1">
            <a:off x="3691573" y="5764714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DE82D5AE-93F0-A819-6EA1-00590C632692}"/>
              </a:ext>
            </a:extLst>
          </p:cNvPr>
          <p:cNvCxnSpPr>
            <a:cxnSpLocks/>
            <a:stCxn id="156" idx="6"/>
            <a:endCxn id="192" idx="2"/>
          </p:cNvCxnSpPr>
          <p:nvPr/>
        </p:nvCxnSpPr>
        <p:spPr>
          <a:xfrm>
            <a:off x="3691573" y="5998394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直線コネクタ 266">
            <a:extLst>
              <a:ext uri="{FF2B5EF4-FFF2-40B4-BE49-F238E27FC236}">
                <a16:creationId xmlns:a16="http://schemas.microsoft.com/office/drawing/2014/main" id="{D69C1305-A746-5B21-CE13-59A83CBDC1A2}"/>
              </a:ext>
            </a:extLst>
          </p:cNvPr>
          <p:cNvCxnSpPr>
            <a:cxnSpLocks/>
            <a:stCxn id="157" idx="6"/>
            <a:endCxn id="192" idx="2"/>
          </p:cNvCxnSpPr>
          <p:nvPr/>
        </p:nvCxnSpPr>
        <p:spPr>
          <a:xfrm flipV="1">
            <a:off x="3691573" y="6287954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8" name="直線コネクタ 267">
            <a:extLst>
              <a:ext uri="{FF2B5EF4-FFF2-40B4-BE49-F238E27FC236}">
                <a16:creationId xmlns:a16="http://schemas.microsoft.com/office/drawing/2014/main" id="{A221925E-7156-E152-7DE0-3BF4A68CB7D2}"/>
              </a:ext>
            </a:extLst>
          </p:cNvPr>
          <p:cNvCxnSpPr>
            <a:cxnSpLocks/>
            <a:stCxn id="156" idx="6"/>
            <a:endCxn id="158" idx="2"/>
          </p:cNvCxnSpPr>
          <p:nvPr/>
        </p:nvCxnSpPr>
        <p:spPr>
          <a:xfrm flipV="1">
            <a:off x="3691573" y="5241474"/>
            <a:ext cx="840741" cy="75692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9" name="直線コネクタ 268">
            <a:extLst>
              <a:ext uri="{FF2B5EF4-FFF2-40B4-BE49-F238E27FC236}">
                <a16:creationId xmlns:a16="http://schemas.microsoft.com/office/drawing/2014/main" id="{4A35642B-6776-96C0-587D-CD7582744250}"/>
              </a:ext>
            </a:extLst>
          </p:cNvPr>
          <p:cNvCxnSpPr>
            <a:cxnSpLocks/>
            <a:stCxn id="157" idx="6"/>
            <a:endCxn id="158" idx="2"/>
          </p:cNvCxnSpPr>
          <p:nvPr/>
        </p:nvCxnSpPr>
        <p:spPr>
          <a:xfrm flipV="1">
            <a:off x="3691573" y="5241474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直線コネクタ 269">
            <a:extLst>
              <a:ext uri="{FF2B5EF4-FFF2-40B4-BE49-F238E27FC236}">
                <a16:creationId xmlns:a16="http://schemas.microsoft.com/office/drawing/2014/main" id="{EDB88CBA-A981-7C55-2A29-CB91018ABDC3}"/>
              </a:ext>
            </a:extLst>
          </p:cNvPr>
          <p:cNvCxnSpPr>
            <a:cxnSpLocks/>
            <a:stCxn id="156" idx="6"/>
            <a:endCxn id="159" idx="2"/>
          </p:cNvCxnSpPr>
          <p:nvPr/>
        </p:nvCxnSpPr>
        <p:spPr>
          <a:xfrm flipV="1">
            <a:off x="3691573" y="5764714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直線コネクタ 270">
            <a:extLst>
              <a:ext uri="{FF2B5EF4-FFF2-40B4-BE49-F238E27FC236}">
                <a16:creationId xmlns:a16="http://schemas.microsoft.com/office/drawing/2014/main" id="{E1ABF50C-535F-F401-2DB1-EA1BA7EBF7C7}"/>
              </a:ext>
            </a:extLst>
          </p:cNvPr>
          <p:cNvCxnSpPr>
            <a:cxnSpLocks/>
            <a:stCxn id="155" idx="6"/>
            <a:endCxn id="159" idx="2"/>
          </p:cNvCxnSpPr>
          <p:nvPr/>
        </p:nvCxnSpPr>
        <p:spPr>
          <a:xfrm>
            <a:off x="3691573" y="5475154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テキスト ボックス 271">
                <a:extLst>
                  <a:ext uri="{FF2B5EF4-FFF2-40B4-BE49-F238E27FC236}">
                    <a16:creationId xmlns:a16="http://schemas.microsoft.com/office/drawing/2014/main" id="{07C70F8E-9AD4-9063-2AB9-FF0C0C9E221B}"/>
                  </a:ext>
                </a:extLst>
              </p:cNvPr>
              <p:cNvSpPr txBox="1"/>
              <p:nvPr/>
            </p:nvSpPr>
            <p:spPr>
              <a:xfrm>
                <a:off x="1403272" y="5168659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2" name="テキスト ボックス 271">
                <a:extLst>
                  <a:ext uri="{FF2B5EF4-FFF2-40B4-BE49-F238E27FC236}">
                    <a16:creationId xmlns:a16="http://schemas.microsoft.com/office/drawing/2014/main" id="{07C70F8E-9AD4-9063-2AB9-FF0C0C9E2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72" y="5168659"/>
                <a:ext cx="123688" cy="123111"/>
              </a:xfrm>
              <a:prstGeom prst="rect">
                <a:avLst/>
              </a:prstGeom>
              <a:blipFill>
                <a:blip r:embed="rId69"/>
                <a:stretch>
                  <a:fillRect l="-10000" r="-2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テキスト ボックス 272">
                <a:extLst>
                  <a:ext uri="{FF2B5EF4-FFF2-40B4-BE49-F238E27FC236}">
                    <a16:creationId xmlns:a16="http://schemas.microsoft.com/office/drawing/2014/main" id="{74C7C1BE-F781-FAFC-A949-6AC4A83DC13D}"/>
                  </a:ext>
                </a:extLst>
              </p:cNvPr>
              <p:cNvSpPr txBox="1"/>
              <p:nvPr/>
            </p:nvSpPr>
            <p:spPr>
              <a:xfrm>
                <a:off x="1403271" y="5689269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3" name="テキスト ボックス 272">
                <a:extLst>
                  <a:ext uri="{FF2B5EF4-FFF2-40B4-BE49-F238E27FC236}">
                    <a16:creationId xmlns:a16="http://schemas.microsoft.com/office/drawing/2014/main" id="{74C7C1BE-F781-FAFC-A949-6AC4A83DC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71" y="5689269"/>
                <a:ext cx="126060" cy="123111"/>
              </a:xfrm>
              <a:prstGeom prst="rect">
                <a:avLst/>
              </a:prstGeom>
              <a:blipFill>
                <a:blip r:embed="rId70"/>
                <a:stretch>
                  <a:fillRect l="-9524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テキスト ボックス 273">
                <a:extLst>
                  <a:ext uri="{FF2B5EF4-FFF2-40B4-BE49-F238E27FC236}">
                    <a16:creationId xmlns:a16="http://schemas.microsoft.com/office/drawing/2014/main" id="{533FF501-D935-CA8C-9E9D-DA6BD3B07D16}"/>
                  </a:ext>
                </a:extLst>
              </p:cNvPr>
              <p:cNvSpPr txBox="1"/>
              <p:nvPr/>
            </p:nvSpPr>
            <p:spPr>
              <a:xfrm>
                <a:off x="1400095" y="6214687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4" name="テキスト ボックス 273">
                <a:extLst>
                  <a:ext uri="{FF2B5EF4-FFF2-40B4-BE49-F238E27FC236}">
                    <a16:creationId xmlns:a16="http://schemas.microsoft.com/office/drawing/2014/main" id="{533FF501-D935-CA8C-9E9D-DA6BD3B07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095" y="6214687"/>
                <a:ext cx="126060" cy="123111"/>
              </a:xfrm>
              <a:prstGeom prst="rect">
                <a:avLst/>
              </a:prstGeom>
              <a:blipFill>
                <a:blip r:embed="rId71"/>
                <a:stretch>
                  <a:fillRect l="-15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テキスト ボックス 274">
                <a:extLst>
                  <a:ext uri="{FF2B5EF4-FFF2-40B4-BE49-F238E27FC236}">
                    <a16:creationId xmlns:a16="http://schemas.microsoft.com/office/drawing/2014/main" id="{C617B205-B9D8-FD3F-8D71-7D9998411E0C}"/>
                  </a:ext>
                </a:extLst>
              </p:cNvPr>
              <p:cNvSpPr txBox="1"/>
              <p:nvPr/>
            </p:nvSpPr>
            <p:spPr>
              <a:xfrm>
                <a:off x="2463870" y="4886061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5" name="テキスト ボックス 274">
                <a:extLst>
                  <a:ext uri="{FF2B5EF4-FFF2-40B4-BE49-F238E27FC236}">
                    <a16:creationId xmlns:a16="http://schemas.microsoft.com/office/drawing/2014/main" id="{C617B205-B9D8-FD3F-8D71-7D9998411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70" y="4886061"/>
                <a:ext cx="118815" cy="123111"/>
              </a:xfrm>
              <a:prstGeom prst="rect">
                <a:avLst/>
              </a:prstGeom>
              <a:blipFill>
                <a:blip r:embed="rId72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テキスト ボックス 276">
                <a:extLst>
                  <a:ext uri="{FF2B5EF4-FFF2-40B4-BE49-F238E27FC236}">
                    <a16:creationId xmlns:a16="http://schemas.microsoft.com/office/drawing/2014/main" id="{1A956C71-F32D-9240-64C6-B5063B5277CE}"/>
                  </a:ext>
                </a:extLst>
              </p:cNvPr>
              <p:cNvSpPr txBox="1"/>
              <p:nvPr/>
            </p:nvSpPr>
            <p:spPr>
              <a:xfrm>
                <a:off x="2461498" y="5414974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7" name="テキスト ボックス 276">
                <a:extLst>
                  <a:ext uri="{FF2B5EF4-FFF2-40B4-BE49-F238E27FC236}">
                    <a16:creationId xmlns:a16="http://schemas.microsoft.com/office/drawing/2014/main" id="{1A956C71-F32D-9240-64C6-B5063B527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498" y="5414974"/>
                <a:ext cx="121187" cy="123111"/>
              </a:xfrm>
              <a:prstGeom prst="rect">
                <a:avLst/>
              </a:prstGeom>
              <a:blipFill>
                <a:blip r:embed="rId73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テキスト ボックス 277">
                <a:extLst>
                  <a:ext uri="{FF2B5EF4-FFF2-40B4-BE49-F238E27FC236}">
                    <a16:creationId xmlns:a16="http://schemas.microsoft.com/office/drawing/2014/main" id="{7F5AE15A-1BD8-487D-DA48-1FC207C132DF}"/>
                  </a:ext>
                </a:extLst>
              </p:cNvPr>
              <p:cNvSpPr txBox="1"/>
              <p:nvPr/>
            </p:nvSpPr>
            <p:spPr>
              <a:xfrm>
                <a:off x="2458259" y="5940475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78" name="テキスト ボックス 277">
                <a:extLst>
                  <a:ext uri="{FF2B5EF4-FFF2-40B4-BE49-F238E27FC236}">
                    <a16:creationId xmlns:a16="http://schemas.microsoft.com/office/drawing/2014/main" id="{7F5AE15A-1BD8-487D-DA48-1FC207C13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259" y="5940475"/>
                <a:ext cx="121187" cy="123111"/>
              </a:xfrm>
              <a:prstGeom prst="rect">
                <a:avLst/>
              </a:prstGeom>
              <a:blipFill>
                <a:blip r:embed="rId74"/>
                <a:stretch>
                  <a:fillRect l="-20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テキスト ボックス 279">
                <a:extLst>
                  <a:ext uri="{FF2B5EF4-FFF2-40B4-BE49-F238E27FC236}">
                    <a16:creationId xmlns:a16="http://schemas.microsoft.com/office/drawing/2014/main" id="{BFABD641-7C69-C923-384D-FBF680302D61}"/>
                  </a:ext>
                </a:extLst>
              </p:cNvPr>
              <p:cNvSpPr txBox="1"/>
              <p:nvPr/>
            </p:nvSpPr>
            <p:spPr>
              <a:xfrm>
                <a:off x="2462516" y="6459882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0" name="テキスト ボックス 279">
                <a:extLst>
                  <a:ext uri="{FF2B5EF4-FFF2-40B4-BE49-F238E27FC236}">
                    <a16:creationId xmlns:a16="http://schemas.microsoft.com/office/drawing/2014/main" id="{BFABD641-7C69-C923-384D-FBF680302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16" y="6459882"/>
                <a:ext cx="121187" cy="123111"/>
              </a:xfrm>
              <a:prstGeom prst="rect">
                <a:avLst/>
              </a:prstGeom>
              <a:blipFill>
                <a:blip r:embed="rId75"/>
                <a:stretch>
                  <a:fillRect l="-25000" t="-5000" r="-1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テキスト ボックス 280">
                <a:extLst>
                  <a:ext uri="{FF2B5EF4-FFF2-40B4-BE49-F238E27FC236}">
                    <a16:creationId xmlns:a16="http://schemas.microsoft.com/office/drawing/2014/main" id="{DD6AE21C-C037-60DE-A6B0-55ADAE8A6FFE}"/>
                  </a:ext>
                </a:extLst>
              </p:cNvPr>
              <p:cNvSpPr txBox="1"/>
              <p:nvPr/>
            </p:nvSpPr>
            <p:spPr>
              <a:xfrm>
                <a:off x="3531204" y="4882013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1" name="テキスト ボックス 280">
                <a:extLst>
                  <a:ext uri="{FF2B5EF4-FFF2-40B4-BE49-F238E27FC236}">
                    <a16:creationId xmlns:a16="http://schemas.microsoft.com/office/drawing/2014/main" id="{DD6AE21C-C037-60DE-A6B0-55ADAE8A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204" y="4882013"/>
                <a:ext cx="109965" cy="123111"/>
              </a:xfrm>
              <a:prstGeom prst="rect">
                <a:avLst/>
              </a:prstGeom>
              <a:blipFill>
                <a:blip r:embed="rId76"/>
                <a:stretch>
                  <a:fillRect l="-11111" r="-22222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テキスト ボックス 281">
                <a:extLst>
                  <a:ext uri="{FF2B5EF4-FFF2-40B4-BE49-F238E27FC236}">
                    <a16:creationId xmlns:a16="http://schemas.microsoft.com/office/drawing/2014/main" id="{7A21919E-B194-8349-CA53-9778E3D9B947}"/>
                  </a:ext>
                </a:extLst>
              </p:cNvPr>
              <p:cNvSpPr txBox="1"/>
              <p:nvPr/>
            </p:nvSpPr>
            <p:spPr>
              <a:xfrm>
                <a:off x="3524598" y="540457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2" name="テキスト ボックス 281">
                <a:extLst>
                  <a:ext uri="{FF2B5EF4-FFF2-40B4-BE49-F238E27FC236}">
                    <a16:creationId xmlns:a16="http://schemas.microsoft.com/office/drawing/2014/main" id="{7A21919E-B194-8349-CA53-9778E3D9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598" y="5404575"/>
                <a:ext cx="112338" cy="123111"/>
              </a:xfrm>
              <a:prstGeom prst="rect">
                <a:avLst/>
              </a:prstGeom>
              <a:blipFill>
                <a:blip r:embed="rId77"/>
                <a:stretch>
                  <a:fillRect l="-10526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テキスト ボックス 282">
                <a:extLst>
                  <a:ext uri="{FF2B5EF4-FFF2-40B4-BE49-F238E27FC236}">
                    <a16:creationId xmlns:a16="http://schemas.microsoft.com/office/drawing/2014/main" id="{AFF31981-AEC9-44C3-9E64-EB757FF55D62}"/>
                  </a:ext>
                </a:extLst>
              </p:cNvPr>
              <p:cNvSpPr txBox="1"/>
              <p:nvPr/>
            </p:nvSpPr>
            <p:spPr>
              <a:xfrm>
                <a:off x="3525593" y="5927959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3" name="テキスト ボックス 282">
                <a:extLst>
                  <a:ext uri="{FF2B5EF4-FFF2-40B4-BE49-F238E27FC236}">
                    <a16:creationId xmlns:a16="http://schemas.microsoft.com/office/drawing/2014/main" id="{AFF31981-AEC9-44C3-9E64-EB757FF5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93" y="5927959"/>
                <a:ext cx="112338" cy="123111"/>
              </a:xfrm>
              <a:prstGeom prst="rect">
                <a:avLst/>
              </a:prstGeom>
              <a:blipFill>
                <a:blip r:embed="rId78"/>
                <a:stretch>
                  <a:fillRect l="-10526" r="-15789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テキスト ボックス 283">
                <a:extLst>
                  <a:ext uri="{FF2B5EF4-FFF2-40B4-BE49-F238E27FC236}">
                    <a16:creationId xmlns:a16="http://schemas.microsoft.com/office/drawing/2014/main" id="{C4CE8F2B-E52C-8573-D641-62E140167B7D}"/>
                  </a:ext>
                </a:extLst>
              </p:cNvPr>
              <p:cNvSpPr txBox="1"/>
              <p:nvPr/>
            </p:nvSpPr>
            <p:spPr>
              <a:xfrm>
                <a:off x="3523530" y="6446017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4" name="テキスト ボックス 283">
                <a:extLst>
                  <a:ext uri="{FF2B5EF4-FFF2-40B4-BE49-F238E27FC236}">
                    <a16:creationId xmlns:a16="http://schemas.microsoft.com/office/drawing/2014/main" id="{C4CE8F2B-E52C-8573-D641-62E140167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530" y="6446017"/>
                <a:ext cx="112338" cy="123111"/>
              </a:xfrm>
              <a:prstGeom prst="rect">
                <a:avLst/>
              </a:prstGeom>
              <a:blipFill>
                <a:blip r:embed="rId79"/>
                <a:stretch>
                  <a:fillRect l="-11111" r="-22222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テキスト ボックス 287">
                <a:extLst>
                  <a:ext uri="{FF2B5EF4-FFF2-40B4-BE49-F238E27FC236}">
                    <a16:creationId xmlns:a16="http://schemas.microsoft.com/office/drawing/2014/main" id="{BD363F71-F399-9224-123C-1A658B322036}"/>
                  </a:ext>
                </a:extLst>
              </p:cNvPr>
              <p:cNvSpPr txBox="1"/>
              <p:nvPr/>
            </p:nvSpPr>
            <p:spPr>
              <a:xfrm>
                <a:off x="4585664" y="5172893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8" name="テキスト ボックス 287">
                <a:extLst>
                  <a:ext uri="{FF2B5EF4-FFF2-40B4-BE49-F238E27FC236}">
                    <a16:creationId xmlns:a16="http://schemas.microsoft.com/office/drawing/2014/main" id="{BD363F71-F399-9224-123C-1A658B32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664" y="5172893"/>
                <a:ext cx="125291" cy="123111"/>
              </a:xfrm>
              <a:prstGeom prst="rect">
                <a:avLst/>
              </a:prstGeom>
              <a:blipFill>
                <a:blip r:embed="rId80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テキスト ボックス 288">
                <a:extLst>
                  <a:ext uri="{FF2B5EF4-FFF2-40B4-BE49-F238E27FC236}">
                    <a16:creationId xmlns:a16="http://schemas.microsoft.com/office/drawing/2014/main" id="{099D555F-1755-11DC-1E01-0C04CF859F86}"/>
                  </a:ext>
                </a:extLst>
              </p:cNvPr>
              <p:cNvSpPr txBox="1"/>
              <p:nvPr/>
            </p:nvSpPr>
            <p:spPr>
              <a:xfrm>
                <a:off x="4585663" y="5693503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89" name="テキスト ボックス 288">
                <a:extLst>
                  <a:ext uri="{FF2B5EF4-FFF2-40B4-BE49-F238E27FC236}">
                    <a16:creationId xmlns:a16="http://schemas.microsoft.com/office/drawing/2014/main" id="{099D555F-1755-11DC-1E01-0C04CF859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663" y="5693503"/>
                <a:ext cx="127664" cy="123111"/>
              </a:xfrm>
              <a:prstGeom prst="rect">
                <a:avLst/>
              </a:prstGeom>
              <a:blipFill>
                <a:blip r:embed="rId81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テキスト ボックス 289">
                <a:extLst>
                  <a:ext uri="{FF2B5EF4-FFF2-40B4-BE49-F238E27FC236}">
                    <a16:creationId xmlns:a16="http://schemas.microsoft.com/office/drawing/2014/main" id="{452970BC-7EEA-F3B3-2BA4-35445C07F96A}"/>
                  </a:ext>
                </a:extLst>
              </p:cNvPr>
              <p:cNvSpPr txBox="1"/>
              <p:nvPr/>
            </p:nvSpPr>
            <p:spPr>
              <a:xfrm>
                <a:off x="4582487" y="6218921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290" name="テキスト ボックス 289">
                <a:extLst>
                  <a:ext uri="{FF2B5EF4-FFF2-40B4-BE49-F238E27FC236}">
                    <a16:creationId xmlns:a16="http://schemas.microsoft.com/office/drawing/2014/main" id="{452970BC-7EEA-F3B3-2BA4-35445C07F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487" y="6218921"/>
                <a:ext cx="127664" cy="123111"/>
              </a:xfrm>
              <a:prstGeom prst="rect">
                <a:avLst/>
              </a:prstGeom>
              <a:blipFill>
                <a:blip r:embed="rId82"/>
                <a:stretch>
                  <a:fillRect l="-23810" r="-9524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テキスト ボックス 290">
                <a:extLst>
                  <a:ext uri="{FF2B5EF4-FFF2-40B4-BE49-F238E27FC236}">
                    <a16:creationId xmlns:a16="http://schemas.microsoft.com/office/drawing/2014/main" id="{42F50ADA-7902-4916-6CF1-78FBCAFFEA14}"/>
                  </a:ext>
                </a:extLst>
              </p:cNvPr>
              <p:cNvSpPr txBox="1"/>
              <p:nvPr/>
            </p:nvSpPr>
            <p:spPr>
              <a:xfrm>
                <a:off x="2005409" y="4923762"/>
                <a:ext cx="164724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291" name="テキスト ボックス 290">
                <a:extLst>
                  <a:ext uri="{FF2B5EF4-FFF2-40B4-BE49-F238E27FC236}">
                    <a16:creationId xmlns:a16="http://schemas.microsoft.com/office/drawing/2014/main" id="{42F50ADA-7902-4916-6CF1-78FBCAFFE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09" y="4923762"/>
                <a:ext cx="164724" cy="115288"/>
              </a:xfrm>
              <a:prstGeom prst="rect">
                <a:avLst/>
              </a:prstGeom>
              <a:blipFill>
                <a:blip r:embed="rId83"/>
                <a:stretch>
                  <a:fillRect l="-11111" t="-5263" r="-11111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テキスト ボックス 295">
                <a:extLst>
                  <a:ext uri="{FF2B5EF4-FFF2-40B4-BE49-F238E27FC236}">
                    <a16:creationId xmlns:a16="http://schemas.microsoft.com/office/drawing/2014/main" id="{5FF9FA81-D149-5920-861B-823A6E984F13}"/>
                  </a:ext>
                </a:extLst>
              </p:cNvPr>
              <p:cNvSpPr txBox="1"/>
              <p:nvPr/>
            </p:nvSpPr>
            <p:spPr>
              <a:xfrm>
                <a:off x="2019836" y="5086922"/>
                <a:ext cx="164724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296" name="テキスト ボックス 295">
                <a:extLst>
                  <a:ext uri="{FF2B5EF4-FFF2-40B4-BE49-F238E27FC236}">
                    <a16:creationId xmlns:a16="http://schemas.microsoft.com/office/drawing/2014/main" id="{5FF9FA81-D149-5920-861B-823A6E984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836" y="5086922"/>
                <a:ext cx="164724" cy="115416"/>
              </a:xfrm>
              <a:prstGeom prst="rect">
                <a:avLst/>
              </a:prstGeom>
              <a:blipFill>
                <a:blip r:embed="rId84"/>
                <a:stretch>
                  <a:fillRect l="-7407" r="-1481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テキスト ボックス 296">
                <a:extLst>
                  <a:ext uri="{FF2B5EF4-FFF2-40B4-BE49-F238E27FC236}">
                    <a16:creationId xmlns:a16="http://schemas.microsoft.com/office/drawing/2014/main" id="{3AF1A99B-846A-26B2-5AA4-62FFA4D3869D}"/>
                  </a:ext>
                </a:extLst>
              </p:cNvPr>
              <p:cNvSpPr txBox="1"/>
              <p:nvPr/>
            </p:nvSpPr>
            <p:spPr>
              <a:xfrm>
                <a:off x="2256693" y="5163690"/>
                <a:ext cx="16472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297" name="テキスト ボックス 296">
                <a:extLst>
                  <a:ext uri="{FF2B5EF4-FFF2-40B4-BE49-F238E27FC236}">
                    <a16:creationId xmlns:a16="http://schemas.microsoft.com/office/drawing/2014/main" id="{3AF1A99B-846A-26B2-5AA4-62FFA4D38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693" y="5163690"/>
                <a:ext cx="164725" cy="115866"/>
              </a:xfrm>
              <a:prstGeom prst="rect">
                <a:avLst/>
              </a:prstGeom>
              <a:blipFill>
                <a:blip r:embed="rId85"/>
                <a:stretch>
                  <a:fillRect l="-7407" r="-1481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テキスト ボックス 300">
                <a:extLst>
                  <a:ext uri="{FF2B5EF4-FFF2-40B4-BE49-F238E27FC236}">
                    <a16:creationId xmlns:a16="http://schemas.microsoft.com/office/drawing/2014/main" id="{241BEBA9-8501-FA0D-0790-D65C2CA09CCE}"/>
                  </a:ext>
                </a:extLst>
              </p:cNvPr>
              <p:cNvSpPr txBox="1"/>
              <p:nvPr/>
            </p:nvSpPr>
            <p:spPr>
              <a:xfrm>
                <a:off x="3107803" y="4828280"/>
                <a:ext cx="181075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01" name="テキスト ボックス 300">
                <a:extLst>
                  <a:ext uri="{FF2B5EF4-FFF2-40B4-BE49-F238E27FC236}">
                    <a16:creationId xmlns:a16="http://schemas.microsoft.com/office/drawing/2014/main" id="{241BEBA9-8501-FA0D-0790-D65C2CA0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803" y="4828280"/>
                <a:ext cx="181075" cy="115288"/>
              </a:xfrm>
              <a:prstGeom prst="rect">
                <a:avLst/>
              </a:prstGeom>
              <a:blipFill>
                <a:blip r:embed="rId86"/>
                <a:stretch>
                  <a:fillRect l="-13333" t="-5263" r="-666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テキスト ボックス 301">
                <a:extLst>
                  <a:ext uri="{FF2B5EF4-FFF2-40B4-BE49-F238E27FC236}">
                    <a16:creationId xmlns:a16="http://schemas.microsoft.com/office/drawing/2014/main" id="{5F9085AE-AE7A-47F8-121E-831A5AE6AAC6}"/>
                  </a:ext>
                </a:extLst>
              </p:cNvPr>
              <p:cNvSpPr txBox="1"/>
              <p:nvPr/>
            </p:nvSpPr>
            <p:spPr>
              <a:xfrm>
                <a:off x="3040959" y="5020303"/>
                <a:ext cx="181075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02" name="テキスト ボックス 301">
                <a:extLst>
                  <a:ext uri="{FF2B5EF4-FFF2-40B4-BE49-F238E27FC236}">
                    <a16:creationId xmlns:a16="http://schemas.microsoft.com/office/drawing/2014/main" id="{5F9085AE-AE7A-47F8-121E-831A5AE6A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959" y="5020303"/>
                <a:ext cx="181075" cy="115416"/>
              </a:xfrm>
              <a:prstGeom prst="rect">
                <a:avLst/>
              </a:prstGeom>
              <a:blipFill>
                <a:blip r:embed="rId87"/>
                <a:stretch>
                  <a:fillRect l="-13333" t="-11111" r="-6667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テキスト ボックス 302">
                <a:extLst>
                  <a:ext uri="{FF2B5EF4-FFF2-40B4-BE49-F238E27FC236}">
                    <a16:creationId xmlns:a16="http://schemas.microsoft.com/office/drawing/2014/main" id="{2F64B9E4-CC1E-40C5-85C4-9EF429BE4653}"/>
                  </a:ext>
                </a:extLst>
              </p:cNvPr>
              <p:cNvSpPr txBox="1"/>
              <p:nvPr/>
            </p:nvSpPr>
            <p:spPr>
              <a:xfrm>
                <a:off x="3144462" y="5130984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03" name="テキスト ボックス 302">
                <a:extLst>
                  <a:ext uri="{FF2B5EF4-FFF2-40B4-BE49-F238E27FC236}">
                    <a16:creationId xmlns:a16="http://schemas.microsoft.com/office/drawing/2014/main" id="{2F64B9E4-CC1E-40C5-85C4-9EF429BE4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462" y="5130984"/>
                <a:ext cx="181075" cy="115866"/>
              </a:xfrm>
              <a:prstGeom prst="rect">
                <a:avLst/>
              </a:prstGeom>
              <a:blipFill>
                <a:blip r:embed="rId88"/>
                <a:stretch>
                  <a:fillRect l="-13333" t="-10526" r="-6667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テキスト ボックス 303">
                <a:extLst>
                  <a:ext uri="{FF2B5EF4-FFF2-40B4-BE49-F238E27FC236}">
                    <a16:creationId xmlns:a16="http://schemas.microsoft.com/office/drawing/2014/main" id="{5E145B88-992C-A27D-F452-BD0186A8AB9E}"/>
                  </a:ext>
                </a:extLst>
              </p:cNvPr>
              <p:cNvSpPr txBox="1"/>
              <p:nvPr/>
            </p:nvSpPr>
            <p:spPr>
              <a:xfrm>
                <a:off x="3348718" y="5163075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04" name="テキスト ボックス 303">
                <a:extLst>
                  <a:ext uri="{FF2B5EF4-FFF2-40B4-BE49-F238E27FC236}">
                    <a16:creationId xmlns:a16="http://schemas.microsoft.com/office/drawing/2014/main" id="{5E145B88-992C-A27D-F452-BD0186A8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718" y="5163075"/>
                <a:ext cx="181075" cy="115866"/>
              </a:xfrm>
              <a:prstGeom prst="rect">
                <a:avLst/>
              </a:prstGeom>
              <a:blipFill>
                <a:blip r:embed="rId24"/>
                <a:stretch>
                  <a:fillRect l="-13333" t="-5263" r="-10000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テキスト ボックス 312">
                <a:extLst>
                  <a:ext uri="{FF2B5EF4-FFF2-40B4-BE49-F238E27FC236}">
                    <a16:creationId xmlns:a16="http://schemas.microsoft.com/office/drawing/2014/main" id="{BBF26907-C2AA-D8C2-488F-E4F8209F729B}"/>
                  </a:ext>
                </a:extLst>
              </p:cNvPr>
              <p:cNvSpPr txBox="1"/>
              <p:nvPr/>
            </p:nvSpPr>
            <p:spPr>
              <a:xfrm>
                <a:off x="4173015" y="5007794"/>
                <a:ext cx="176523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13" name="テキスト ボックス 312">
                <a:extLst>
                  <a:ext uri="{FF2B5EF4-FFF2-40B4-BE49-F238E27FC236}">
                    <a16:creationId xmlns:a16="http://schemas.microsoft.com/office/drawing/2014/main" id="{BBF26907-C2AA-D8C2-488F-E4F8209F7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015" y="5007794"/>
                <a:ext cx="176523" cy="115288"/>
              </a:xfrm>
              <a:prstGeom prst="rect">
                <a:avLst/>
              </a:prstGeom>
              <a:blipFill>
                <a:blip r:embed="rId89"/>
                <a:stretch>
                  <a:fillRect l="-13793" r="-689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テキスト ボックス 313">
                <a:extLst>
                  <a:ext uri="{FF2B5EF4-FFF2-40B4-BE49-F238E27FC236}">
                    <a16:creationId xmlns:a16="http://schemas.microsoft.com/office/drawing/2014/main" id="{B37A8558-6309-0076-7931-484FF517E620}"/>
                  </a:ext>
                </a:extLst>
              </p:cNvPr>
              <p:cNvSpPr txBox="1"/>
              <p:nvPr/>
            </p:nvSpPr>
            <p:spPr>
              <a:xfrm>
                <a:off x="4130260" y="5193637"/>
                <a:ext cx="176523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14" name="テキスト ボックス 313">
                <a:extLst>
                  <a:ext uri="{FF2B5EF4-FFF2-40B4-BE49-F238E27FC236}">
                    <a16:creationId xmlns:a16="http://schemas.microsoft.com/office/drawing/2014/main" id="{B37A8558-6309-0076-7931-484FF517E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260" y="5193637"/>
                <a:ext cx="176523" cy="115416"/>
              </a:xfrm>
              <a:prstGeom prst="rect">
                <a:avLst/>
              </a:prstGeom>
              <a:blipFill>
                <a:blip r:embed="rId90"/>
                <a:stretch>
                  <a:fillRect l="-14286" t="-5263" r="-10714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テキスト ボックス 332">
                <a:extLst>
                  <a:ext uri="{FF2B5EF4-FFF2-40B4-BE49-F238E27FC236}">
                    <a16:creationId xmlns:a16="http://schemas.microsoft.com/office/drawing/2014/main" id="{C0C2E3BC-E72E-F262-0854-6B9150757936}"/>
                  </a:ext>
                </a:extLst>
              </p:cNvPr>
              <p:cNvSpPr txBox="1"/>
              <p:nvPr/>
            </p:nvSpPr>
            <p:spPr>
              <a:xfrm>
                <a:off x="4189036" y="5324996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33" name="テキスト ボックス 332">
                <a:extLst>
                  <a:ext uri="{FF2B5EF4-FFF2-40B4-BE49-F238E27FC236}">
                    <a16:creationId xmlns:a16="http://schemas.microsoft.com/office/drawing/2014/main" id="{C0C2E3BC-E72E-F262-0854-6B9150757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036" y="5324996"/>
                <a:ext cx="176523" cy="115866"/>
              </a:xfrm>
              <a:prstGeom prst="rect">
                <a:avLst/>
              </a:prstGeom>
              <a:blipFill>
                <a:blip r:embed="rId33"/>
                <a:stretch>
                  <a:fillRect l="-13793" t="-5263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テキスト ボックス 333">
                <a:extLst>
                  <a:ext uri="{FF2B5EF4-FFF2-40B4-BE49-F238E27FC236}">
                    <a16:creationId xmlns:a16="http://schemas.microsoft.com/office/drawing/2014/main" id="{8F4947E8-6F06-69B6-A84D-6B53B8B3D206}"/>
                  </a:ext>
                </a:extLst>
              </p:cNvPr>
              <p:cNvSpPr txBox="1"/>
              <p:nvPr/>
            </p:nvSpPr>
            <p:spPr>
              <a:xfrm>
                <a:off x="4400906" y="5439785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334" name="テキスト ボックス 333">
                <a:extLst>
                  <a:ext uri="{FF2B5EF4-FFF2-40B4-BE49-F238E27FC236}">
                    <a16:creationId xmlns:a16="http://schemas.microsoft.com/office/drawing/2014/main" id="{8F4947E8-6F06-69B6-A84D-6B53B8B3D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906" y="5439785"/>
                <a:ext cx="176523" cy="115866"/>
              </a:xfrm>
              <a:prstGeom prst="rect">
                <a:avLst/>
              </a:prstGeom>
              <a:blipFill>
                <a:blip r:embed="rId64"/>
                <a:stretch>
                  <a:fillRect l="-13793" r="-689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楕円 338">
            <a:extLst>
              <a:ext uri="{FF2B5EF4-FFF2-40B4-BE49-F238E27FC236}">
                <a16:creationId xmlns:a16="http://schemas.microsoft.com/office/drawing/2014/main" id="{627A340C-BEAA-B27D-2046-E22146B9C5D0}"/>
              </a:ext>
            </a:extLst>
          </p:cNvPr>
          <p:cNvSpPr/>
          <p:nvPr/>
        </p:nvSpPr>
        <p:spPr>
          <a:xfrm>
            <a:off x="5134293" y="512216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0" name="楕円 339">
            <a:extLst>
              <a:ext uri="{FF2B5EF4-FFF2-40B4-BE49-F238E27FC236}">
                <a16:creationId xmlns:a16="http://schemas.microsoft.com/office/drawing/2014/main" id="{1A0CDC7D-4748-C3BB-86EE-D99B1371DC0D}"/>
              </a:ext>
            </a:extLst>
          </p:cNvPr>
          <p:cNvSpPr/>
          <p:nvPr/>
        </p:nvSpPr>
        <p:spPr>
          <a:xfrm>
            <a:off x="5134293" y="5645400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1" name="楕円 340">
            <a:extLst>
              <a:ext uri="{FF2B5EF4-FFF2-40B4-BE49-F238E27FC236}">
                <a16:creationId xmlns:a16="http://schemas.microsoft.com/office/drawing/2014/main" id="{FEFAF944-897F-D703-2465-F996215E5886}"/>
              </a:ext>
            </a:extLst>
          </p:cNvPr>
          <p:cNvSpPr/>
          <p:nvPr/>
        </p:nvSpPr>
        <p:spPr>
          <a:xfrm>
            <a:off x="5134293" y="616864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2" name="楕円 341">
            <a:extLst>
              <a:ext uri="{FF2B5EF4-FFF2-40B4-BE49-F238E27FC236}">
                <a16:creationId xmlns:a16="http://schemas.microsoft.com/office/drawing/2014/main" id="{1F9F74C9-7571-D420-C628-EB6E7578F94C}"/>
              </a:ext>
            </a:extLst>
          </p:cNvPr>
          <p:cNvSpPr/>
          <p:nvPr/>
        </p:nvSpPr>
        <p:spPr>
          <a:xfrm>
            <a:off x="6196013" y="483260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3" name="楕円 342">
            <a:extLst>
              <a:ext uri="{FF2B5EF4-FFF2-40B4-BE49-F238E27FC236}">
                <a16:creationId xmlns:a16="http://schemas.microsoft.com/office/drawing/2014/main" id="{8F99B161-F760-EAD1-4DBE-D000196E9D69}"/>
              </a:ext>
            </a:extLst>
          </p:cNvPr>
          <p:cNvSpPr/>
          <p:nvPr/>
        </p:nvSpPr>
        <p:spPr>
          <a:xfrm>
            <a:off x="6196013" y="5355840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4" name="楕円 343">
            <a:extLst>
              <a:ext uri="{FF2B5EF4-FFF2-40B4-BE49-F238E27FC236}">
                <a16:creationId xmlns:a16="http://schemas.microsoft.com/office/drawing/2014/main" id="{04EAFEA0-BB2F-C4CB-F07A-073A1D293254}"/>
              </a:ext>
            </a:extLst>
          </p:cNvPr>
          <p:cNvSpPr/>
          <p:nvPr/>
        </p:nvSpPr>
        <p:spPr>
          <a:xfrm>
            <a:off x="6196013" y="587908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5" name="楕円 344">
            <a:extLst>
              <a:ext uri="{FF2B5EF4-FFF2-40B4-BE49-F238E27FC236}">
                <a16:creationId xmlns:a16="http://schemas.microsoft.com/office/drawing/2014/main" id="{5DB44F0F-2B8C-FF5B-4E5F-AAF5E6EB7022}"/>
              </a:ext>
            </a:extLst>
          </p:cNvPr>
          <p:cNvSpPr/>
          <p:nvPr/>
        </p:nvSpPr>
        <p:spPr>
          <a:xfrm>
            <a:off x="6196013" y="640090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6" name="楕円 345">
            <a:extLst>
              <a:ext uri="{FF2B5EF4-FFF2-40B4-BE49-F238E27FC236}">
                <a16:creationId xmlns:a16="http://schemas.microsoft.com/office/drawing/2014/main" id="{29E33284-DD1A-9E12-B905-121FEBE68B03}"/>
              </a:ext>
            </a:extLst>
          </p:cNvPr>
          <p:cNvSpPr/>
          <p:nvPr/>
        </p:nvSpPr>
        <p:spPr>
          <a:xfrm>
            <a:off x="7257733" y="483260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7" name="楕円 346">
            <a:extLst>
              <a:ext uri="{FF2B5EF4-FFF2-40B4-BE49-F238E27FC236}">
                <a16:creationId xmlns:a16="http://schemas.microsoft.com/office/drawing/2014/main" id="{B2F5A997-7A10-517D-E3B2-4749D7877C80}"/>
              </a:ext>
            </a:extLst>
          </p:cNvPr>
          <p:cNvSpPr/>
          <p:nvPr/>
        </p:nvSpPr>
        <p:spPr>
          <a:xfrm>
            <a:off x="7257733" y="5355840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8" name="楕円 347">
            <a:extLst>
              <a:ext uri="{FF2B5EF4-FFF2-40B4-BE49-F238E27FC236}">
                <a16:creationId xmlns:a16="http://schemas.microsoft.com/office/drawing/2014/main" id="{E25B6E63-283D-7D97-7138-F9A278CC162A}"/>
              </a:ext>
            </a:extLst>
          </p:cNvPr>
          <p:cNvSpPr/>
          <p:nvPr/>
        </p:nvSpPr>
        <p:spPr>
          <a:xfrm>
            <a:off x="7257733" y="587908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9" name="楕円 348">
            <a:extLst>
              <a:ext uri="{FF2B5EF4-FFF2-40B4-BE49-F238E27FC236}">
                <a16:creationId xmlns:a16="http://schemas.microsoft.com/office/drawing/2014/main" id="{58F9F084-63C2-4849-BD6F-BB6BECBB7F0C}"/>
              </a:ext>
            </a:extLst>
          </p:cNvPr>
          <p:cNvSpPr/>
          <p:nvPr/>
        </p:nvSpPr>
        <p:spPr>
          <a:xfrm>
            <a:off x="7257733" y="640090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0" name="楕円 349">
            <a:extLst>
              <a:ext uri="{FF2B5EF4-FFF2-40B4-BE49-F238E27FC236}">
                <a16:creationId xmlns:a16="http://schemas.microsoft.com/office/drawing/2014/main" id="{50C87D1A-3B77-B1FA-E58B-AFBCF7E142F5}"/>
              </a:ext>
            </a:extLst>
          </p:cNvPr>
          <p:cNvSpPr/>
          <p:nvPr/>
        </p:nvSpPr>
        <p:spPr>
          <a:xfrm>
            <a:off x="8319453" y="512216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40FDD371-DBD3-DBF5-2972-CD934E073FEC}"/>
              </a:ext>
            </a:extLst>
          </p:cNvPr>
          <p:cNvSpPr/>
          <p:nvPr/>
        </p:nvSpPr>
        <p:spPr>
          <a:xfrm>
            <a:off x="8319453" y="5645400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6" name="楕円 415">
            <a:extLst>
              <a:ext uri="{FF2B5EF4-FFF2-40B4-BE49-F238E27FC236}">
                <a16:creationId xmlns:a16="http://schemas.microsoft.com/office/drawing/2014/main" id="{CE696477-5AEF-05F8-29FA-35C49AF86E0C}"/>
              </a:ext>
            </a:extLst>
          </p:cNvPr>
          <p:cNvSpPr/>
          <p:nvPr/>
        </p:nvSpPr>
        <p:spPr>
          <a:xfrm>
            <a:off x="8319453" y="616864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7" name="直線コネクタ 416">
            <a:extLst>
              <a:ext uri="{FF2B5EF4-FFF2-40B4-BE49-F238E27FC236}">
                <a16:creationId xmlns:a16="http://schemas.microsoft.com/office/drawing/2014/main" id="{735F7CB8-78AC-77DF-AF69-A0A0D8465812}"/>
              </a:ext>
            </a:extLst>
          </p:cNvPr>
          <p:cNvCxnSpPr>
            <a:cxnSpLocks/>
            <a:stCxn id="339" idx="6"/>
            <a:endCxn id="342" idx="2"/>
          </p:cNvCxnSpPr>
          <p:nvPr/>
        </p:nvCxnSpPr>
        <p:spPr>
          <a:xfrm flipV="1">
            <a:off x="5355272" y="4943090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直線コネクタ 417">
            <a:extLst>
              <a:ext uri="{FF2B5EF4-FFF2-40B4-BE49-F238E27FC236}">
                <a16:creationId xmlns:a16="http://schemas.microsoft.com/office/drawing/2014/main" id="{E68E0E50-4A07-F7C8-2DEA-CF81B26F3AE6}"/>
              </a:ext>
            </a:extLst>
          </p:cNvPr>
          <p:cNvCxnSpPr>
            <a:cxnSpLocks/>
            <a:stCxn id="340" idx="6"/>
            <a:endCxn id="342" idx="2"/>
          </p:cNvCxnSpPr>
          <p:nvPr/>
        </p:nvCxnSpPr>
        <p:spPr>
          <a:xfrm flipV="1">
            <a:off x="5355272" y="4943090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9" name="直線コネクタ 418">
            <a:extLst>
              <a:ext uri="{FF2B5EF4-FFF2-40B4-BE49-F238E27FC236}">
                <a16:creationId xmlns:a16="http://schemas.microsoft.com/office/drawing/2014/main" id="{EA54748B-4C46-408A-3523-3FAD39FB2FD9}"/>
              </a:ext>
            </a:extLst>
          </p:cNvPr>
          <p:cNvCxnSpPr>
            <a:cxnSpLocks/>
            <a:stCxn id="339" idx="6"/>
            <a:endCxn id="344" idx="2"/>
          </p:cNvCxnSpPr>
          <p:nvPr/>
        </p:nvCxnSpPr>
        <p:spPr>
          <a:xfrm>
            <a:off x="5355272" y="5232650"/>
            <a:ext cx="840741" cy="75692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0" name="直線コネクタ 419">
            <a:extLst>
              <a:ext uri="{FF2B5EF4-FFF2-40B4-BE49-F238E27FC236}">
                <a16:creationId xmlns:a16="http://schemas.microsoft.com/office/drawing/2014/main" id="{00EBF603-B6B3-B995-AEBF-D4214B2A697D}"/>
              </a:ext>
            </a:extLst>
          </p:cNvPr>
          <p:cNvCxnSpPr>
            <a:cxnSpLocks/>
            <a:stCxn id="340" idx="6"/>
            <a:endCxn id="343" idx="2"/>
          </p:cNvCxnSpPr>
          <p:nvPr/>
        </p:nvCxnSpPr>
        <p:spPr>
          <a:xfrm flipV="1">
            <a:off x="5355272" y="5466330"/>
            <a:ext cx="840741" cy="28956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5" name="直線コネクタ 424">
            <a:extLst>
              <a:ext uri="{FF2B5EF4-FFF2-40B4-BE49-F238E27FC236}">
                <a16:creationId xmlns:a16="http://schemas.microsoft.com/office/drawing/2014/main" id="{B697268F-11D6-0012-062C-C6FBDB5A316B}"/>
              </a:ext>
            </a:extLst>
          </p:cNvPr>
          <p:cNvCxnSpPr>
            <a:cxnSpLocks/>
            <a:stCxn id="339" idx="6"/>
            <a:endCxn id="343" idx="2"/>
          </p:cNvCxnSpPr>
          <p:nvPr/>
        </p:nvCxnSpPr>
        <p:spPr>
          <a:xfrm>
            <a:off x="5355272" y="5232650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直線コネクタ 425">
            <a:extLst>
              <a:ext uri="{FF2B5EF4-FFF2-40B4-BE49-F238E27FC236}">
                <a16:creationId xmlns:a16="http://schemas.microsoft.com/office/drawing/2014/main" id="{767C1D76-A053-4593-03D4-F73C2DB506B6}"/>
              </a:ext>
            </a:extLst>
          </p:cNvPr>
          <p:cNvCxnSpPr>
            <a:cxnSpLocks/>
            <a:stCxn id="339" idx="6"/>
            <a:endCxn id="345" idx="2"/>
          </p:cNvCxnSpPr>
          <p:nvPr/>
        </p:nvCxnSpPr>
        <p:spPr>
          <a:xfrm>
            <a:off x="5355272" y="5232650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7" name="直線コネクタ 426">
            <a:extLst>
              <a:ext uri="{FF2B5EF4-FFF2-40B4-BE49-F238E27FC236}">
                <a16:creationId xmlns:a16="http://schemas.microsoft.com/office/drawing/2014/main" id="{9F4AD928-8189-7544-4738-2FF9E91A8B5C}"/>
              </a:ext>
            </a:extLst>
          </p:cNvPr>
          <p:cNvCxnSpPr>
            <a:cxnSpLocks/>
            <a:stCxn id="340" idx="6"/>
            <a:endCxn id="344" idx="2"/>
          </p:cNvCxnSpPr>
          <p:nvPr/>
        </p:nvCxnSpPr>
        <p:spPr>
          <a:xfrm>
            <a:off x="5355272" y="5755890"/>
            <a:ext cx="840741" cy="23368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8" name="直線コネクタ 427">
            <a:extLst>
              <a:ext uri="{FF2B5EF4-FFF2-40B4-BE49-F238E27FC236}">
                <a16:creationId xmlns:a16="http://schemas.microsoft.com/office/drawing/2014/main" id="{3CC08D41-4B7D-3A35-D808-0466D3687ECE}"/>
              </a:ext>
            </a:extLst>
          </p:cNvPr>
          <p:cNvCxnSpPr>
            <a:cxnSpLocks/>
            <a:stCxn id="340" idx="6"/>
            <a:endCxn id="345" idx="2"/>
          </p:cNvCxnSpPr>
          <p:nvPr/>
        </p:nvCxnSpPr>
        <p:spPr>
          <a:xfrm>
            <a:off x="5355272" y="5755890"/>
            <a:ext cx="840741" cy="75550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9" name="直線コネクタ 428">
            <a:extLst>
              <a:ext uri="{FF2B5EF4-FFF2-40B4-BE49-F238E27FC236}">
                <a16:creationId xmlns:a16="http://schemas.microsoft.com/office/drawing/2014/main" id="{9CEDE424-8CC4-F9EC-04AF-0315829F9834}"/>
              </a:ext>
            </a:extLst>
          </p:cNvPr>
          <p:cNvCxnSpPr>
            <a:cxnSpLocks/>
            <a:stCxn id="341" idx="6"/>
            <a:endCxn id="342" idx="2"/>
          </p:cNvCxnSpPr>
          <p:nvPr/>
        </p:nvCxnSpPr>
        <p:spPr>
          <a:xfrm flipV="1">
            <a:off x="5355272" y="4943090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0" name="直線コネクタ 429">
            <a:extLst>
              <a:ext uri="{FF2B5EF4-FFF2-40B4-BE49-F238E27FC236}">
                <a16:creationId xmlns:a16="http://schemas.microsoft.com/office/drawing/2014/main" id="{8EEEEA52-1B9F-670E-1E93-9980C33FF6EE}"/>
              </a:ext>
            </a:extLst>
          </p:cNvPr>
          <p:cNvCxnSpPr>
            <a:cxnSpLocks/>
            <a:stCxn id="341" idx="6"/>
            <a:endCxn id="343" idx="2"/>
          </p:cNvCxnSpPr>
          <p:nvPr/>
        </p:nvCxnSpPr>
        <p:spPr>
          <a:xfrm flipV="1">
            <a:off x="5355272" y="5466330"/>
            <a:ext cx="840741" cy="81280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1" name="直線コネクタ 430">
            <a:extLst>
              <a:ext uri="{FF2B5EF4-FFF2-40B4-BE49-F238E27FC236}">
                <a16:creationId xmlns:a16="http://schemas.microsoft.com/office/drawing/2014/main" id="{51A1DD45-4BCC-F8A4-9B79-48FFE5E5789B}"/>
              </a:ext>
            </a:extLst>
          </p:cNvPr>
          <p:cNvCxnSpPr>
            <a:cxnSpLocks/>
            <a:stCxn id="341" idx="6"/>
            <a:endCxn id="344" idx="2"/>
          </p:cNvCxnSpPr>
          <p:nvPr/>
        </p:nvCxnSpPr>
        <p:spPr>
          <a:xfrm flipV="1">
            <a:off x="5355272" y="5989570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2" name="直線コネクタ 431">
            <a:extLst>
              <a:ext uri="{FF2B5EF4-FFF2-40B4-BE49-F238E27FC236}">
                <a16:creationId xmlns:a16="http://schemas.microsoft.com/office/drawing/2014/main" id="{4642130B-08BB-47D5-329B-5A9ED2E465FD}"/>
              </a:ext>
            </a:extLst>
          </p:cNvPr>
          <p:cNvCxnSpPr>
            <a:cxnSpLocks/>
            <a:stCxn id="341" idx="6"/>
            <a:endCxn id="345" idx="2"/>
          </p:cNvCxnSpPr>
          <p:nvPr/>
        </p:nvCxnSpPr>
        <p:spPr>
          <a:xfrm>
            <a:off x="5355272" y="6279130"/>
            <a:ext cx="840741" cy="23226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3" name="直線コネクタ 432">
            <a:extLst>
              <a:ext uri="{FF2B5EF4-FFF2-40B4-BE49-F238E27FC236}">
                <a16:creationId xmlns:a16="http://schemas.microsoft.com/office/drawing/2014/main" id="{7758DBAF-2428-0CCC-2023-0ED0FD6B91C0}"/>
              </a:ext>
            </a:extLst>
          </p:cNvPr>
          <p:cNvCxnSpPr>
            <a:cxnSpLocks/>
            <a:stCxn id="342" idx="6"/>
            <a:endCxn id="346" idx="2"/>
          </p:cNvCxnSpPr>
          <p:nvPr/>
        </p:nvCxnSpPr>
        <p:spPr>
          <a:xfrm>
            <a:off x="6416992" y="4943090"/>
            <a:ext cx="840741" cy="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4" name="直線コネクタ 433">
            <a:extLst>
              <a:ext uri="{FF2B5EF4-FFF2-40B4-BE49-F238E27FC236}">
                <a16:creationId xmlns:a16="http://schemas.microsoft.com/office/drawing/2014/main" id="{9BF73DC8-260C-4552-A03C-198C8EB18F3B}"/>
              </a:ext>
            </a:extLst>
          </p:cNvPr>
          <p:cNvCxnSpPr>
            <a:cxnSpLocks/>
            <a:stCxn id="343" idx="6"/>
            <a:endCxn id="346" idx="2"/>
          </p:cNvCxnSpPr>
          <p:nvPr/>
        </p:nvCxnSpPr>
        <p:spPr>
          <a:xfrm flipV="1">
            <a:off x="6416992" y="4943090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5" name="直線コネクタ 434">
            <a:extLst>
              <a:ext uri="{FF2B5EF4-FFF2-40B4-BE49-F238E27FC236}">
                <a16:creationId xmlns:a16="http://schemas.microsoft.com/office/drawing/2014/main" id="{FE592544-D47B-CC36-66E4-EA79BD75CBBB}"/>
              </a:ext>
            </a:extLst>
          </p:cNvPr>
          <p:cNvCxnSpPr>
            <a:cxnSpLocks/>
            <a:stCxn id="342" idx="6"/>
            <a:endCxn id="348" idx="2"/>
          </p:cNvCxnSpPr>
          <p:nvPr/>
        </p:nvCxnSpPr>
        <p:spPr>
          <a:xfrm>
            <a:off x="6416992" y="4943090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直線コネクタ 435">
            <a:extLst>
              <a:ext uri="{FF2B5EF4-FFF2-40B4-BE49-F238E27FC236}">
                <a16:creationId xmlns:a16="http://schemas.microsoft.com/office/drawing/2014/main" id="{A1EA2F7A-08FC-B92A-2A6B-685C903ED4B7}"/>
              </a:ext>
            </a:extLst>
          </p:cNvPr>
          <p:cNvCxnSpPr>
            <a:cxnSpLocks/>
            <a:stCxn id="343" idx="6"/>
            <a:endCxn id="347" idx="2"/>
          </p:cNvCxnSpPr>
          <p:nvPr/>
        </p:nvCxnSpPr>
        <p:spPr>
          <a:xfrm>
            <a:off x="6416992" y="5466330"/>
            <a:ext cx="840741" cy="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7" name="直線コネクタ 436">
            <a:extLst>
              <a:ext uri="{FF2B5EF4-FFF2-40B4-BE49-F238E27FC236}">
                <a16:creationId xmlns:a16="http://schemas.microsoft.com/office/drawing/2014/main" id="{91CDCFF1-A704-5A83-04E7-FB05C63A7B2B}"/>
              </a:ext>
            </a:extLst>
          </p:cNvPr>
          <p:cNvCxnSpPr>
            <a:cxnSpLocks/>
            <a:stCxn id="342" idx="6"/>
            <a:endCxn id="347" idx="2"/>
          </p:cNvCxnSpPr>
          <p:nvPr/>
        </p:nvCxnSpPr>
        <p:spPr>
          <a:xfrm>
            <a:off x="6416992" y="4943090"/>
            <a:ext cx="840741" cy="52324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8" name="直線コネクタ 437">
            <a:extLst>
              <a:ext uri="{FF2B5EF4-FFF2-40B4-BE49-F238E27FC236}">
                <a16:creationId xmlns:a16="http://schemas.microsoft.com/office/drawing/2014/main" id="{6373BCBC-3C84-20A6-71BA-BA8FD8364E81}"/>
              </a:ext>
            </a:extLst>
          </p:cNvPr>
          <p:cNvCxnSpPr>
            <a:cxnSpLocks/>
            <a:stCxn id="342" idx="6"/>
            <a:endCxn id="349" idx="2"/>
          </p:cNvCxnSpPr>
          <p:nvPr/>
        </p:nvCxnSpPr>
        <p:spPr>
          <a:xfrm>
            <a:off x="6416992" y="4943090"/>
            <a:ext cx="840741" cy="156830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直線コネクタ 438">
            <a:extLst>
              <a:ext uri="{FF2B5EF4-FFF2-40B4-BE49-F238E27FC236}">
                <a16:creationId xmlns:a16="http://schemas.microsoft.com/office/drawing/2014/main" id="{D80333E7-7FE6-CAEF-E4E4-2D7CF15A5ADA}"/>
              </a:ext>
            </a:extLst>
          </p:cNvPr>
          <p:cNvCxnSpPr>
            <a:cxnSpLocks/>
            <a:stCxn id="343" idx="6"/>
            <a:endCxn id="348" idx="2"/>
          </p:cNvCxnSpPr>
          <p:nvPr/>
        </p:nvCxnSpPr>
        <p:spPr>
          <a:xfrm>
            <a:off x="6416992" y="5466330"/>
            <a:ext cx="840741" cy="52324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0" name="直線コネクタ 439">
            <a:extLst>
              <a:ext uri="{FF2B5EF4-FFF2-40B4-BE49-F238E27FC236}">
                <a16:creationId xmlns:a16="http://schemas.microsoft.com/office/drawing/2014/main" id="{F5BFF9FF-8551-ED81-E4EE-79DD002D0D26}"/>
              </a:ext>
            </a:extLst>
          </p:cNvPr>
          <p:cNvCxnSpPr>
            <a:cxnSpLocks/>
            <a:stCxn id="343" idx="6"/>
            <a:endCxn id="349" idx="2"/>
          </p:cNvCxnSpPr>
          <p:nvPr/>
        </p:nvCxnSpPr>
        <p:spPr>
          <a:xfrm>
            <a:off x="6416992" y="5466330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1" name="直線コネクタ 440">
            <a:extLst>
              <a:ext uri="{FF2B5EF4-FFF2-40B4-BE49-F238E27FC236}">
                <a16:creationId xmlns:a16="http://schemas.microsoft.com/office/drawing/2014/main" id="{9EAD0BBD-0507-DA8B-BB22-5AB76B63C4DB}"/>
              </a:ext>
            </a:extLst>
          </p:cNvPr>
          <p:cNvCxnSpPr>
            <a:cxnSpLocks/>
            <a:stCxn id="344" idx="6"/>
            <a:endCxn id="346" idx="2"/>
          </p:cNvCxnSpPr>
          <p:nvPr/>
        </p:nvCxnSpPr>
        <p:spPr>
          <a:xfrm flipV="1">
            <a:off x="6416992" y="4943090"/>
            <a:ext cx="840741" cy="104648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3" name="直線コネクタ 542">
            <a:extLst>
              <a:ext uri="{FF2B5EF4-FFF2-40B4-BE49-F238E27FC236}">
                <a16:creationId xmlns:a16="http://schemas.microsoft.com/office/drawing/2014/main" id="{AC4B740F-A2D1-43F6-2C2D-06AC51FA3184}"/>
              </a:ext>
            </a:extLst>
          </p:cNvPr>
          <p:cNvCxnSpPr>
            <a:cxnSpLocks/>
            <a:stCxn id="344" idx="6"/>
            <a:endCxn id="347" idx="2"/>
          </p:cNvCxnSpPr>
          <p:nvPr/>
        </p:nvCxnSpPr>
        <p:spPr>
          <a:xfrm flipV="1">
            <a:off x="6416992" y="5466330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4" name="直線コネクタ 543">
            <a:extLst>
              <a:ext uri="{FF2B5EF4-FFF2-40B4-BE49-F238E27FC236}">
                <a16:creationId xmlns:a16="http://schemas.microsoft.com/office/drawing/2014/main" id="{05F5B99D-ECC7-E98F-BBBF-6477CDA787AA}"/>
              </a:ext>
            </a:extLst>
          </p:cNvPr>
          <p:cNvCxnSpPr>
            <a:cxnSpLocks/>
            <a:stCxn id="344" idx="6"/>
            <a:endCxn id="348" idx="2"/>
          </p:cNvCxnSpPr>
          <p:nvPr/>
        </p:nvCxnSpPr>
        <p:spPr>
          <a:xfrm>
            <a:off x="6416992" y="5989570"/>
            <a:ext cx="840741" cy="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5" name="直線コネクタ 544">
            <a:extLst>
              <a:ext uri="{FF2B5EF4-FFF2-40B4-BE49-F238E27FC236}">
                <a16:creationId xmlns:a16="http://schemas.microsoft.com/office/drawing/2014/main" id="{2D62A778-2C24-AB4A-0702-542B6EBED85A}"/>
              </a:ext>
            </a:extLst>
          </p:cNvPr>
          <p:cNvCxnSpPr>
            <a:cxnSpLocks/>
            <a:stCxn id="344" idx="6"/>
            <a:endCxn id="349" idx="2"/>
          </p:cNvCxnSpPr>
          <p:nvPr/>
        </p:nvCxnSpPr>
        <p:spPr>
          <a:xfrm>
            <a:off x="6416992" y="5989570"/>
            <a:ext cx="840741" cy="52182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6" name="直線コネクタ 545">
            <a:extLst>
              <a:ext uri="{FF2B5EF4-FFF2-40B4-BE49-F238E27FC236}">
                <a16:creationId xmlns:a16="http://schemas.microsoft.com/office/drawing/2014/main" id="{6373C72E-ACFD-E335-90A2-875899743E7D}"/>
              </a:ext>
            </a:extLst>
          </p:cNvPr>
          <p:cNvCxnSpPr>
            <a:cxnSpLocks/>
            <a:stCxn id="345" idx="6"/>
            <a:endCxn id="347" idx="2"/>
          </p:cNvCxnSpPr>
          <p:nvPr/>
        </p:nvCxnSpPr>
        <p:spPr>
          <a:xfrm flipV="1">
            <a:off x="6416992" y="5466330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7" name="直線コネクタ 546">
            <a:extLst>
              <a:ext uri="{FF2B5EF4-FFF2-40B4-BE49-F238E27FC236}">
                <a16:creationId xmlns:a16="http://schemas.microsoft.com/office/drawing/2014/main" id="{31666911-A164-2F75-B8D9-4F1E7D3ACF8C}"/>
              </a:ext>
            </a:extLst>
          </p:cNvPr>
          <p:cNvCxnSpPr>
            <a:cxnSpLocks/>
            <a:stCxn id="345" idx="6"/>
            <a:endCxn id="346" idx="2"/>
          </p:cNvCxnSpPr>
          <p:nvPr/>
        </p:nvCxnSpPr>
        <p:spPr>
          <a:xfrm flipV="1">
            <a:off x="6416992" y="4943090"/>
            <a:ext cx="840741" cy="156830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8" name="直線コネクタ 547">
            <a:extLst>
              <a:ext uri="{FF2B5EF4-FFF2-40B4-BE49-F238E27FC236}">
                <a16:creationId xmlns:a16="http://schemas.microsoft.com/office/drawing/2014/main" id="{80DD9F8A-6281-DEFC-5839-0D9B9949227D}"/>
              </a:ext>
            </a:extLst>
          </p:cNvPr>
          <p:cNvCxnSpPr>
            <a:cxnSpLocks/>
            <a:stCxn id="345" idx="6"/>
            <a:endCxn id="348" idx="2"/>
          </p:cNvCxnSpPr>
          <p:nvPr/>
        </p:nvCxnSpPr>
        <p:spPr>
          <a:xfrm flipV="1">
            <a:off x="6416992" y="5989570"/>
            <a:ext cx="840741" cy="52182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9" name="直線コネクタ 548">
            <a:extLst>
              <a:ext uri="{FF2B5EF4-FFF2-40B4-BE49-F238E27FC236}">
                <a16:creationId xmlns:a16="http://schemas.microsoft.com/office/drawing/2014/main" id="{0A19AA5D-B883-0809-802A-9A7D5526AE69}"/>
              </a:ext>
            </a:extLst>
          </p:cNvPr>
          <p:cNvCxnSpPr>
            <a:cxnSpLocks/>
            <a:stCxn id="345" idx="6"/>
            <a:endCxn id="349" idx="2"/>
          </p:cNvCxnSpPr>
          <p:nvPr/>
        </p:nvCxnSpPr>
        <p:spPr>
          <a:xfrm>
            <a:off x="6416992" y="6511395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0" name="直線コネクタ 549">
            <a:extLst>
              <a:ext uri="{FF2B5EF4-FFF2-40B4-BE49-F238E27FC236}">
                <a16:creationId xmlns:a16="http://schemas.microsoft.com/office/drawing/2014/main" id="{A1DB3DF0-A8A9-A0E7-A481-EDDF41DF5CAF}"/>
              </a:ext>
            </a:extLst>
          </p:cNvPr>
          <p:cNvCxnSpPr>
            <a:cxnSpLocks/>
            <a:stCxn id="346" idx="6"/>
            <a:endCxn id="350" idx="2"/>
          </p:cNvCxnSpPr>
          <p:nvPr/>
        </p:nvCxnSpPr>
        <p:spPr>
          <a:xfrm>
            <a:off x="7478712" y="4943090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1" name="直線コネクタ 550">
            <a:extLst>
              <a:ext uri="{FF2B5EF4-FFF2-40B4-BE49-F238E27FC236}">
                <a16:creationId xmlns:a16="http://schemas.microsoft.com/office/drawing/2014/main" id="{BE04E23F-6E43-DD7F-AA3D-0E22F48D60F3}"/>
              </a:ext>
            </a:extLst>
          </p:cNvPr>
          <p:cNvCxnSpPr>
            <a:cxnSpLocks/>
            <a:stCxn id="347" idx="6"/>
            <a:endCxn id="350" idx="2"/>
          </p:cNvCxnSpPr>
          <p:nvPr/>
        </p:nvCxnSpPr>
        <p:spPr>
          <a:xfrm flipV="1">
            <a:off x="7478712" y="5232650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2" name="直線コネクタ 551">
            <a:extLst>
              <a:ext uri="{FF2B5EF4-FFF2-40B4-BE49-F238E27FC236}">
                <a16:creationId xmlns:a16="http://schemas.microsoft.com/office/drawing/2014/main" id="{41A8AF4E-EE90-40DE-2BBD-9C1F3ECF6DAF}"/>
              </a:ext>
            </a:extLst>
          </p:cNvPr>
          <p:cNvCxnSpPr>
            <a:cxnSpLocks/>
            <a:stCxn id="346" idx="6"/>
            <a:endCxn id="416" idx="2"/>
          </p:cNvCxnSpPr>
          <p:nvPr/>
        </p:nvCxnSpPr>
        <p:spPr>
          <a:xfrm>
            <a:off x="7478712" y="4943090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3" name="直線コネクタ 552">
            <a:extLst>
              <a:ext uri="{FF2B5EF4-FFF2-40B4-BE49-F238E27FC236}">
                <a16:creationId xmlns:a16="http://schemas.microsoft.com/office/drawing/2014/main" id="{786FA5A2-0EBB-4632-F6BF-9200C1B0D73A}"/>
              </a:ext>
            </a:extLst>
          </p:cNvPr>
          <p:cNvCxnSpPr>
            <a:cxnSpLocks/>
            <a:stCxn id="347" idx="6"/>
            <a:endCxn id="416" idx="2"/>
          </p:cNvCxnSpPr>
          <p:nvPr/>
        </p:nvCxnSpPr>
        <p:spPr>
          <a:xfrm>
            <a:off x="7478712" y="5466330"/>
            <a:ext cx="840741" cy="81280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4" name="直線コネクタ 553">
            <a:extLst>
              <a:ext uri="{FF2B5EF4-FFF2-40B4-BE49-F238E27FC236}">
                <a16:creationId xmlns:a16="http://schemas.microsoft.com/office/drawing/2014/main" id="{CE0D2825-CB3A-A0DD-89DD-53CCF052B720}"/>
              </a:ext>
            </a:extLst>
          </p:cNvPr>
          <p:cNvCxnSpPr>
            <a:cxnSpLocks/>
            <a:stCxn id="346" idx="6"/>
            <a:endCxn id="351" idx="2"/>
          </p:cNvCxnSpPr>
          <p:nvPr/>
        </p:nvCxnSpPr>
        <p:spPr>
          <a:xfrm>
            <a:off x="7478712" y="4943090"/>
            <a:ext cx="840741" cy="81280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5" name="直線コネクタ 554">
            <a:extLst>
              <a:ext uri="{FF2B5EF4-FFF2-40B4-BE49-F238E27FC236}">
                <a16:creationId xmlns:a16="http://schemas.microsoft.com/office/drawing/2014/main" id="{643ABC8B-FD9A-3896-5CA5-2E6507BC7E21}"/>
              </a:ext>
            </a:extLst>
          </p:cNvPr>
          <p:cNvCxnSpPr>
            <a:cxnSpLocks/>
            <a:stCxn id="349" idx="6"/>
            <a:endCxn id="351" idx="2"/>
          </p:cNvCxnSpPr>
          <p:nvPr/>
        </p:nvCxnSpPr>
        <p:spPr>
          <a:xfrm flipV="1">
            <a:off x="7478712" y="5755890"/>
            <a:ext cx="840741" cy="75550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6" name="直線コネクタ 555">
            <a:extLst>
              <a:ext uri="{FF2B5EF4-FFF2-40B4-BE49-F238E27FC236}">
                <a16:creationId xmlns:a16="http://schemas.microsoft.com/office/drawing/2014/main" id="{732F547B-FA4C-97D6-68BC-1FAE681CA8CA}"/>
              </a:ext>
            </a:extLst>
          </p:cNvPr>
          <p:cNvCxnSpPr>
            <a:cxnSpLocks/>
            <a:stCxn id="348" idx="6"/>
            <a:endCxn id="416" idx="2"/>
          </p:cNvCxnSpPr>
          <p:nvPr/>
        </p:nvCxnSpPr>
        <p:spPr>
          <a:xfrm>
            <a:off x="7478712" y="5989570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7" name="直線コネクタ 556">
            <a:extLst>
              <a:ext uri="{FF2B5EF4-FFF2-40B4-BE49-F238E27FC236}">
                <a16:creationId xmlns:a16="http://schemas.microsoft.com/office/drawing/2014/main" id="{A55D4127-D808-8094-259A-2A4FA192F7BC}"/>
              </a:ext>
            </a:extLst>
          </p:cNvPr>
          <p:cNvCxnSpPr>
            <a:cxnSpLocks/>
            <a:stCxn id="349" idx="6"/>
            <a:endCxn id="416" idx="2"/>
          </p:cNvCxnSpPr>
          <p:nvPr/>
        </p:nvCxnSpPr>
        <p:spPr>
          <a:xfrm flipV="1">
            <a:off x="7478712" y="6279130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8" name="直線コネクタ 557">
            <a:extLst>
              <a:ext uri="{FF2B5EF4-FFF2-40B4-BE49-F238E27FC236}">
                <a16:creationId xmlns:a16="http://schemas.microsoft.com/office/drawing/2014/main" id="{EE1CE542-BF34-7F35-5D71-F94DB35D6AE1}"/>
              </a:ext>
            </a:extLst>
          </p:cNvPr>
          <p:cNvCxnSpPr>
            <a:cxnSpLocks/>
            <a:stCxn id="348" idx="6"/>
            <a:endCxn id="350" idx="2"/>
          </p:cNvCxnSpPr>
          <p:nvPr/>
        </p:nvCxnSpPr>
        <p:spPr>
          <a:xfrm flipV="1">
            <a:off x="7478712" y="5232650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9" name="直線コネクタ 558">
            <a:extLst>
              <a:ext uri="{FF2B5EF4-FFF2-40B4-BE49-F238E27FC236}">
                <a16:creationId xmlns:a16="http://schemas.microsoft.com/office/drawing/2014/main" id="{B743D281-BBA1-2569-D785-DBB88C0B4320}"/>
              </a:ext>
            </a:extLst>
          </p:cNvPr>
          <p:cNvCxnSpPr>
            <a:cxnSpLocks/>
            <a:stCxn id="349" idx="6"/>
            <a:endCxn id="350" idx="2"/>
          </p:cNvCxnSpPr>
          <p:nvPr/>
        </p:nvCxnSpPr>
        <p:spPr>
          <a:xfrm flipV="1">
            <a:off x="7478712" y="5232650"/>
            <a:ext cx="840741" cy="1278745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0" name="直線コネクタ 559">
            <a:extLst>
              <a:ext uri="{FF2B5EF4-FFF2-40B4-BE49-F238E27FC236}">
                <a16:creationId xmlns:a16="http://schemas.microsoft.com/office/drawing/2014/main" id="{ECDFCC47-2D68-413F-D770-4CF493A025A3}"/>
              </a:ext>
            </a:extLst>
          </p:cNvPr>
          <p:cNvCxnSpPr>
            <a:cxnSpLocks/>
            <a:stCxn id="348" idx="6"/>
            <a:endCxn id="351" idx="2"/>
          </p:cNvCxnSpPr>
          <p:nvPr/>
        </p:nvCxnSpPr>
        <p:spPr>
          <a:xfrm flipV="1">
            <a:off x="7478712" y="5755890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1" name="直線コネクタ 560">
            <a:extLst>
              <a:ext uri="{FF2B5EF4-FFF2-40B4-BE49-F238E27FC236}">
                <a16:creationId xmlns:a16="http://schemas.microsoft.com/office/drawing/2014/main" id="{3194B8C9-6630-23F8-909A-1C090578EE06}"/>
              </a:ext>
            </a:extLst>
          </p:cNvPr>
          <p:cNvCxnSpPr>
            <a:cxnSpLocks/>
            <a:stCxn id="347" idx="6"/>
            <a:endCxn id="351" idx="2"/>
          </p:cNvCxnSpPr>
          <p:nvPr/>
        </p:nvCxnSpPr>
        <p:spPr>
          <a:xfrm>
            <a:off x="7478712" y="5466330"/>
            <a:ext cx="840741" cy="289560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2" name="テキスト ボックス 561">
                <a:extLst>
                  <a:ext uri="{FF2B5EF4-FFF2-40B4-BE49-F238E27FC236}">
                    <a16:creationId xmlns:a16="http://schemas.microsoft.com/office/drawing/2014/main" id="{48486316-8D05-797E-C879-65BB497B7C17}"/>
                  </a:ext>
                </a:extLst>
              </p:cNvPr>
              <p:cNvSpPr txBox="1"/>
              <p:nvPr/>
            </p:nvSpPr>
            <p:spPr>
              <a:xfrm>
                <a:off x="5190411" y="5159835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2" name="テキスト ボックス 561">
                <a:extLst>
                  <a:ext uri="{FF2B5EF4-FFF2-40B4-BE49-F238E27FC236}">
                    <a16:creationId xmlns:a16="http://schemas.microsoft.com/office/drawing/2014/main" id="{48486316-8D05-797E-C879-65BB497B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411" y="5159835"/>
                <a:ext cx="123688" cy="123111"/>
              </a:xfrm>
              <a:prstGeom prst="rect">
                <a:avLst/>
              </a:prstGeom>
              <a:blipFill>
                <a:blip r:embed="rId91"/>
                <a:stretch>
                  <a:fillRect l="-9524" r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3" name="テキスト ボックス 562">
                <a:extLst>
                  <a:ext uri="{FF2B5EF4-FFF2-40B4-BE49-F238E27FC236}">
                    <a16:creationId xmlns:a16="http://schemas.microsoft.com/office/drawing/2014/main" id="{010F8DC2-95A3-C034-D67B-1CD55E067E3A}"/>
                  </a:ext>
                </a:extLst>
              </p:cNvPr>
              <p:cNvSpPr txBox="1"/>
              <p:nvPr/>
            </p:nvSpPr>
            <p:spPr>
              <a:xfrm>
                <a:off x="5190410" y="5680445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3" name="テキスト ボックス 562">
                <a:extLst>
                  <a:ext uri="{FF2B5EF4-FFF2-40B4-BE49-F238E27FC236}">
                    <a16:creationId xmlns:a16="http://schemas.microsoft.com/office/drawing/2014/main" id="{010F8DC2-95A3-C034-D67B-1CD55E067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410" y="5680445"/>
                <a:ext cx="126060" cy="123111"/>
              </a:xfrm>
              <a:prstGeom prst="rect">
                <a:avLst/>
              </a:prstGeom>
              <a:blipFill>
                <a:blip r:embed="rId92"/>
                <a:stretch>
                  <a:fillRect l="-9524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4" name="テキスト ボックス 563">
                <a:extLst>
                  <a:ext uri="{FF2B5EF4-FFF2-40B4-BE49-F238E27FC236}">
                    <a16:creationId xmlns:a16="http://schemas.microsoft.com/office/drawing/2014/main" id="{60295975-8CD3-B2C2-1FB3-C7A708B91FBA}"/>
                  </a:ext>
                </a:extLst>
              </p:cNvPr>
              <p:cNvSpPr txBox="1"/>
              <p:nvPr/>
            </p:nvSpPr>
            <p:spPr>
              <a:xfrm>
                <a:off x="5187234" y="6205863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4" name="テキスト ボックス 563">
                <a:extLst>
                  <a:ext uri="{FF2B5EF4-FFF2-40B4-BE49-F238E27FC236}">
                    <a16:creationId xmlns:a16="http://schemas.microsoft.com/office/drawing/2014/main" id="{60295975-8CD3-B2C2-1FB3-C7A708B91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34" y="6205863"/>
                <a:ext cx="126060" cy="123111"/>
              </a:xfrm>
              <a:prstGeom prst="rect">
                <a:avLst/>
              </a:prstGeom>
              <a:blipFill>
                <a:blip r:embed="rId93"/>
                <a:stretch>
                  <a:fillRect l="-14286" r="-9524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5" name="テキスト ボックス 564">
                <a:extLst>
                  <a:ext uri="{FF2B5EF4-FFF2-40B4-BE49-F238E27FC236}">
                    <a16:creationId xmlns:a16="http://schemas.microsoft.com/office/drawing/2014/main" id="{DEA98148-353D-C1EE-7BA8-771D10543D9D}"/>
                  </a:ext>
                </a:extLst>
              </p:cNvPr>
              <p:cNvSpPr txBox="1"/>
              <p:nvPr/>
            </p:nvSpPr>
            <p:spPr>
              <a:xfrm>
                <a:off x="6251009" y="4877237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5" name="テキスト ボックス 564">
                <a:extLst>
                  <a:ext uri="{FF2B5EF4-FFF2-40B4-BE49-F238E27FC236}">
                    <a16:creationId xmlns:a16="http://schemas.microsoft.com/office/drawing/2014/main" id="{DEA98148-353D-C1EE-7BA8-771D10543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009" y="4877237"/>
                <a:ext cx="118815" cy="123111"/>
              </a:xfrm>
              <a:prstGeom prst="rect">
                <a:avLst/>
              </a:prstGeom>
              <a:blipFill>
                <a:blip r:embed="rId94"/>
                <a:stretch>
                  <a:fillRect l="-20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6" name="テキスト ボックス 565">
                <a:extLst>
                  <a:ext uri="{FF2B5EF4-FFF2-40B4-BE49-F238E27FC236}">
                    <a16:creationId xmlns:a16="http://schemas.microsoft.com/office/drawing/2014/main" id="{67149903-AE42-2604-056A-52D848905408}"/>
                  </a:ext>
                </a:extLst>
              </p:cNvPr>
              <p:cNvSpPr txBox="1"/>
              <p:nvPr/>
            </p:nvSpPr>
            <p:spPr>
              <a:xfrm>
                <a:off x="6248637" y="5406150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6" name="テキスト ボックス 565">
                <a:extLst>
                  <a:ext uri="{FF2B5EF4-FFF2-40B4-BE49-F238E27FC236}">
                    <a16:creationId xmlns:a16="http://schemas.microsoft.com/office/drawing/2014/main" id="{67149903-AE42-2604-056A-52D84890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637" y="5406150"/>
                <a:ext cx="121187" cy="123111"/>
              </a:xfrm>
              <a:prstGeom prst="rect">
                <a:avLst/>
              </a:prstGeom>
              <a:blipFill>
                <a:blip r:embed="rId6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テキスト ボックス 566">
                <a:extLst>
                  <a:ext uri="{FF2B5EF4-FFF2-40B4-BE49-F238E27FC236}">
                    <a16:creationId xmlns:a16="http://schemas.microsoft.com/office/drawing/2014/main" id="{4EF858EB-005A-7EBF-4366-354AD4C0BD57}"/>
                  </a:ext>
                </a:extLst>
              </p:cNvPr>
              <p:cNvSpPr txBox="1"/>
              <p:nvPr/>
            </p:nvSpPr>
            <p:spPr>
              <a:xfrm>
                <a:off x="6245398" y="5931651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7" name="テキスト ボックス 566">
                <a:extLst>
                  <a:ext uri="{FF2B5EF4-FFF2-40B4-BE49-F238E27FC236}">
                    <a16:creationId xmlns:a16="http://schemas.microsoft.com/office/drawing/2014/main" id="{4EF858EB-005A-7EBF-4366-354AD4C0B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98" y="5931651"/>
                <a:ext cx="121187" cy="123111"/>
              </a:xfrm>
              <a:prstGeom prst="rect">
                <a:avLst/>
              </a:prstGeom>
              <a:blipFill>
                <a:blip r:embed="rId42"/>
                <a:stretch>
                  <a:fillRect l="-26316" r="-1578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8" name="テキスト ボックス 567">
                <a:extLst>
                  <a:ext uri="{FF2B5EF4-FFF2-40B4-BE49-F238E27FC236}">
                    <a16:creationId xmlns:a16="http://schemas.microsoft.com/office/drawing/2014/main" id="{22672AC5-907A-CC42-BED2-E12433952770}"/>
                  </a:ext>
                </a:extLst>
              </p:cNvPr>
              <p:cNvSpPr txBox="1"/>
              <p:nvPr/>
            </p:nvSpPr>
            <p:spPr>
              <a:xfrm>
                <a:off x="6249655" y="6451058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8" name="テキスト ボックス 567">
                <a:extLst>
                  <a:ext uri="{FF2B5EF4-FFF2-40B4-BE49-F238E27FC236}">
                    <a16:creationId xmlns:a16="http://schemas.microsoft.com/office/drawing/2014/main" id="{22672AC5-907A-CC42-BED2-E12433952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655" y="6451058"/>
                <a:ext cx="121187" cy="123111"/>
              </a:xfrm>
              <a:prstGeom prst="rect">
                <a:avLst/>
              </a:prstGeom>
              <a:blipFill>
                <a:blip r:embed="rId95"/>
                <a:stretch>
                  <a:fillRect l="-20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テキスト ボックス 568">
                <a:extLst>
                  <a:ext uri="{FF2B5EF4-FFF2-40B4-BE49-F238E27FC236}">
                    <a16:creationId xmlns:a16="http://schemas.microsoft.com/office/drawing/2014/main" id="{FFAB72E8-D767-C56A-7EF9-3D5FA79232C2}"/>
                  </a:ext>
                </a:extLst>
              </p:cNvPr>
              <p:cNvSpPr txBox="1"/>
              <p:nvPr/>
            </p:nvSpPr>
            <p:spPr>
              <a:xfrm>
                <a:off x="7318343" y="4873189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69" name="テキスト ボックス 568">
                <a:extLst>
                  <a:ext uri="{FF2B5EF4-FFF2-40B4-BE49-F238E27FC236}">
                    <a16:creationId xmlns:a16="http://schemas.microsoft.com/office/drawing/2014/main" id="{FFAB72E8-D767-C56A-7EF9-3D5FA7923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43" y="4873189"/>
                <a:ext cx="109965" cy="123111"/>
              </a:xfrm>
              <a:prstGeom prst="rect">
                <a:avLst/>
              </a:prstGeom>
              <a:blipFill>
                <a:blip r:embed="rId9"/>
                <a:stretch>
                  <a:fillRect l="-16667" r="-1666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0" name="テキスト ボックス 569">
                <a:extLst>
                  <a:ext uri="{FF2B5EF4-FFF2-40B4-BE49-F238E27FC236}">
                    <a16:creationId xmlns:a16="http://schemas.microsoft.com/office/drawing/2014/main" id="{CE4D0505-24BC-09AA-BAEC-6A6FCB68FE8C}"/>
                  </a:ext>
                </a:extLst>
              </p:cNvPr>
              <p:cNvSpPr txBox="1"/>
              <p:nvPr/>
            </p:nvSpPr>
            <p:spPr>
              <a:xfrm>
                <a:off x="7311737" y="5395751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0" name="テキスト ボックス 569">
                <a:extLst>
                  <a:ext uri="{FF2B5EF4-FFF2-40B4-BE49-F238E27FC236}">
                    <a16:creationId xmlns:a16="http://schemas.microsoft.com/office/drawing/2014/main" id="{CE4D0505-24BC-09AA-BAEC-6A6FCB68F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737" y="5395751"/>
                <a:ext cx="112338" cy="123111"/>
              </a:xfrm>
              <a:prstGeom prst="rect">
                <a:avLst/>
              </a:prstGeom>
              <a:blipFill>
                <a:blip r:embed="rId96"/>
                <a:stretch>
                  <a:fillRect l="-10526" r="-1578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1" name="テキスト ボックス 570">
                <a:extLst>
                  <a:ext uri="{FF2B5EF4-FFF2-40B4-BE49-F238E27FC236}">
                    <a16:creationId xmlns:a16="http://schemas.microsoft.com/office/drawing/2014/main" id="{5583DEB8-AC27-BD5B-423E-29C5BE1C50E6}"/>
                  </a:ext>
                </a:extLst>
              </p:cNvPr>
              <p:cNvSpPr txBox="1"/>
              <p:nvPr/>
            </p:nvSpPr>
            <p:spPr>
              <a:xfrm>
                <a:off x="7312732" y="591913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1" name="テキスト ボックス 570">
                <a:extLst>
                  <a:ext uri="{FF2B5EF4-FFF2-40B4-BE49-F238E27FC236}">
                    <a16:creationId xmlns:a16="http://schemas.microsoft.com/office/drawing/2014/main" id="{5583DEB8-AC27-BD5B-423E-29C5BE1C5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32" y="5919135"/>
                <a:ext cx="112338" cy="123111"/>
              </a:xfrm>
              <a:prstGeom prst="rect">
                <a:avLst/>
              </a:prstGeom>
              <a:blipFill>
                <a:blip r:embed="rId11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2" name="テキスト ボックス 571">
                <a:extLst>
                  <a:ext uri="{FF2B5EF4-FFF2-40B4-BE49-F238E27FC236}">
                    <a16:creationId xmlns:a16="http://schemas.microsoft.com/office/drawing/2014/main" id="{91D0A280-43D4-CFBD-42FC-F613C8F7DE99}"/>
                  </a:ext>
                </a:extLst>
              </p:cNvPr>
              <p:cNvSpPr txBox="1"/>
              <p:nvPr/>
            </p:nvSpPr>
            <p:spPr>
              <a:xfrm>
                <a:off x="7310669" y="6437193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2" name="テキスト ボックス 571">
                <a:extLst>
                  <a:ext uri="{FF2B5EF4-FFF2-40B4-BE49-F238E27FC236}">
                    <a16:creationId xmlns:a16="http://schemas.microsoft.com/office/drawing/2014/main" id="{91D0A280-43D4-CFBD-42FC-F613C8F7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669" y="6437193"/>
                <a:ext cx="112338" cy="123111"/>
              </a:xfrm>
              <a:prstGeom prst="rect">
                <a:avLst/>
              </a:prstGeom>
              <a:blipFill>
                <a:blip r:embed="rId12"/>
                <a:stretch>
                  <a:fillRect l="-10526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" name="楕円 572">
            <a:extLst>
              <a:ext uri="{FF2B5EF4-FFF2-40B4-BE49-F238E27FC236}">
                <a16:creationId xmlns:a16="http://schemas.microsoft.com/office/drawing/2014/main" id="{B092106D-4116-0A62-C72D-CE18A2EC224C}"/>
              </a:ext>
            </a:extLst>
          </p:cNvPr>
          <p:cNvSpPr/>
          <p:nvPr/>
        </p:nvSpPr>
        <p:spPr>
          <a:xfrm>
            <a:off x="8316685" y="617287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テキスト ボックス 573">
                <a:extLst>
                  <a:ext uri="{FF2B5EF4-FFF2-40B4-BE49-F238E27FC236}">
                    <a16:creationId xmlns:a16="http://schemas.microsoft.com/office/drawing/2014/main" id="{D6A55349-53BF-D3B0-4ADD-AF46F7223490}"/>
                  </a:ext>
                </a:extLst>
              </p:cNvPr>
              <p:cNvSpPr txBox="1"/>
              <p:nvPr/>
            </p:nvSpPr>
            <p:spPr>
              <a:xfrm>
                <a:off x="8372803" y="5164069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4" name="テキスト ボックス 573">
                <a:extLst>
                  <a:ext uri="{FF2B5EF4-FFF2-40B4-BE49-F238E27FC236}">
                    <a16:creationId xmlns:a16="http://schemas.microsoft.com/office/drawing/2014/main" id="{D6A55349-53BF-D3B0-4ADD-AF46F722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803" y="5164069"/>
                <a:ext cx="125291" cy="123111"/>
              </a:xfrm>
              <a:prstGeom prst="rect">
                <a:avLst/>
              </a:prstGeom>
              <a:blipFill>
                <a:blip r:embed="rId47"/>
                <a:stretch>
                  <a:fillRect l="-19048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テキスト ボックス 574">
                <a:extLst>
                  <a:ext uri="{FF2B5EF4-FFF2-40B4-BE49-F238E27FC236}">
                    <a16:creationId xmlns:a16="http://schemas.microsoft.com/office/drawing/2014/main" id="{0142E31E-89C1-1CB8-246D-58956F8D5B4B}"/>
                  </a:ext>
                </a:extLst>
              </p:cNvPr>
              <p:cNvSpPr txBox="1"/>
              <p:nvPr/>
            </p:nvSpPr>
            <p:spPr>
              <a:xfrm>
                <a:off x="8372802" y="5684679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5" name="テキスト ボックス 574">
                <a:extLst>
                  <a:ext uri="{FF2B5EF4-FFF2-40B4-BE49-F238E27FC236}">
                    <a16:creationId xmlns:a16="http://schemas.microsoft.com/office/drawing/2014/main" id="{0142E31E-89C1-1CB8-246D-58956F8D5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802" y="5684679"/>
                <a:ext cx="127664" cy="123111"/>
              </a:xfrm>
              <a:prstGeom prst="rect">
                <a:avLst/>
              </a:prstGeom>
              <a:blipFill>
                <a:blip r:embed="rId48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6" name="テキスト ボックス 575">
                <a:extLst>
                  <a:ext uri="{FF2B5EF4-FFF2-40B4-BE49-F238E27FC236}">
                    <a16:creationId xmlns:a16="http://schemas.microsoft.com/office/drawing/2014/main" id="{3568D34D-7EFA-A9F6-C4F7-53F16AD7D43C}"/>
                  </a:ext>
                </a:extLst>
              </p:cNvPr>
              <p:cNvSpPr txBox="1"/>
              <p:nvPr/>
            </p:nvSpPr>
            <p:spPr>
              <a:xfrm>
                <a:off x="8369626" y="6210097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76" name="テキスト ボックス 575">
                <a:extLst>
                  <a:ext uri="{FF2B5EF4-FFF2-40B4-BE49-F238E27FC236}">
                    <a16:creationId xmlns:a16="http://schemas.microsoft.com/office/drawing/2014/main" id="{3568D34D-7EFA-A9F6-C4F7-53F16AD7D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626" y="6210097"/>
                <a:ext cx="127664" cy="123111"/>
              </a:xfrm>
              <a:prstGeom prst="rect">
                <a:avLst/>
              </a:prstGeom>
              <a:blipFill>
                <a:blip r:embed="rId97"/>
                <a:stretch>
                  <a:fillRect l="-23810" t="-5000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7" name="テキスト ボックス 576">
                <a:extLst>
                  <a:ext uri="{FF2B5EF4-FFF2-40B4-BE49-F238E27FC236}">
                    <a16:creationId xmlns:a16="http://schemas.microsoft.com/office/drawing/2014/main" id="{F3B2C36B-BC6E-7A68-CF9C-776D2375748F}"/>
                  </a:ext>
                </a:extLst>
              </p:cNvPr>
              <p:cNvSpPr txBox="1"/>
              <p:nvPr/>
            </p:nvSpPr>
            <p:spPr>
              <a:xfrm>
                <a:off x="5792548" y="4914938"/>
                <a:ext cx="164724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77" name="テキスト ボックス 576">
                <a:extLst>
                  <a:ext uri="{FF2B5EF4-FFF2-40B4-BE49-F238E27FC236}">
                    <a16:creationId xmlns:a16="http://schemas.microsoft.com/office/drawing/2014/main" id="{F3B2C36B-BC6E-7A68-CF9C-776D23757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548" y="4914938"/>
                <a:ext cx="164724" cy="115288"/>
              </a:xfrm>
              <a:prstGeom prst="rect">
                <a:avLst/>
              </a:prstGeom>
              <a:blipFill>
                <a:blip r:embed="rId98"/>
                <a:stretch>
                  <a:fillRect l="-7407" r="-1481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8" name="テキスト ボックス 577">
                <a:extLst>
                  <a:ext uri="{FF2B5EF4-FFF2-40B4-BE49-F238E27FC236}">
                    <a16:creationId xmlns:a16="http://schemas.microsoft.com/office/drawing/2014/main" id="{899797FE-F2AB-0AF8-B59D-706146AD6D83}"/>
                  </a:ext>
                </a:extLst>
              </p:cNvPr>
              <p:cNvSpPr txBox="1"/>
              <p:nvPr/>
            </p:nvSpPr>
            <p:spPr>
              <a:xfrm>
                <a:off x="5806975" y="5078098"/>
                <a:ext cx="164724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78" name="テキスト ボックス 577">
                <a:extLst>
                  <a:ext uri="{FF2B5EF4-FFF2-40B4-BE49-F238E27FC236}">
                    <a16:creationId xmlns:a16="http://schemas.microsoft.com/office/drawing/2014/main" id="{899797FE-F2AB-0AF8-B59D-706146AD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975" y="5078098"/>
                <a:ext cx="164724" cy="115416"/>
              </a:xfrm>
              <a:prstGeom prst="rect">
                <a:avLst/>
              </a:prstGeom>
              <a:blipFill>
                <a:blip r:embed="rId99"/>
                <a:stretch>
                  <a:fillRect l="-11111" r="-11111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9" name="テキスト ボックス 578">
                <a:extLst>
                  <a:ext uri="{FF2B5EF4-FFF2-40B4-BE49-F238E27FC236}">
                    <a16:creationId xmlns:a16="http://schemas.microsoft.com/office/drawing/2014/main" id="{57F95338-DF0A-77E4-9317-1B2A9DCED9B5}"/>
                  </a:ext>
                </a:extLst>
              </p:cNvPr>
              <p:cNvSpPr txBox="1"/>
              <p:nvPr/>
            </p:nvSpPr>
            <p:spPr>
              <a:xfrm>
                <a:off x="6043832" y="5154866"/>
                <a:ext cx="16472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79" name="テキスト ボックス 578">
                <a:extLst>
                  <a:ext uri="{FF2B5EF4-FFF2-40B4-BE49-F238E27FC236}">
                    <a16:creationId xmlns:a16="http://schemas.microsoft.com/office/drawing/2014/main" id="{57F95338-DF0A-77E4-9317-1B2A9DCED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832" y="5154866"/>
                <a:ext cx="164725" cy="115866"/>
              </a:xfrm>
              <a:prstGeom prst="rect">
                <a:avLst/>
              </a:prstGeom>
              <a:blipFill>
                <a:blip r:embed="rId100"/>
                <a:stretch>
                  <a:fillRect l="-7407" t="-5263" r="-1481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" name="テキスト ボックス 582">
                <a:extLst>
                  <a:ext uri="{FF2B5EF4-FFF2-40B4-BE49-F238E27FC236}">
                    <a16:creationId xmlns:a16="http://schemas.microsoft.com/office/drawing/2014/main" id="{62389991-FADB-0990-5ABA-DF02AAB84469}"/>
                  </a:ext>
                </a:extLst>
              </p:cNvPr>
              <p:cNvSpPr txBox="1"/>
              <p:nvPr/>
            </p:nvSpPr>
            <p:spPr>
              <a:xfrm>
                <a:off x="6894942" y="4819456"/>
                <a:ext cx="181075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83" name="テキスト ボックス 582">
                <a:extLst>
                  <a:ext uri="{FF2B5EF4-FFF2-40B4-BE49-F238E27FC236}">
                    <a16:creationId xmlns:a16="http://schemas.microsoft.com/office/drawing/2014/main" id="{62389991-FADB-0990-5ABA-DF02AAB84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942" y="4819456"/>
                <a:ext cx="181075" cy="115288"/>
              </a:xfrm>
              <a:prstGeom prst="rect">
                <a:avLst/>
              </a:prstGeom>
              <a:blipFill>
                <a:blip r:embed="rId101"/>
                <a:stretch>
                  <a:fillRect l="-13333" t="-10526" r="-10000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" name="テキスト ボックス 583">
                <a:extLst>
                  <a:ext uri="{FF2B5EF4-FFF2-40B4-BE49-F238E27FC236}">
                    <a16:creationId xmlns:a16="http://schemas.microsoft.com/office/drawing/2014/main" id="{C13019A7-6A3E-0310-94C2-0E6FE91E70F4}"/>
                  </a:ext>
                </a:extLst>
              </p:cNvPr>
              <p:cNvSpPr txBox="1"/>
              <p:nvPr/>
            </p:nvSpPr>
            <p:spPr>
              <a:xfrm>
                <a:off x="6828098" y="5011479"/>
                <a:ext cx="181075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84" name="テキスト ボックス 583">
                <a:extLst>
                  <a:ext uri="{FF2B5EF4-FFF2-40B4-BE49-F238E27FC236}">
                    <a16:creationId xmlns:a16="http://schemas.microsoft.com/office/drawing/2014/main" id="{C13019A7-6A3E-0310-94C2-0E6FE91E7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098" y="5011479"/>
                <a:ext cx="181075" cy="115416"/>
              </a:xfrm>
              <a:prstGeom prst="rect">
                <a:avLst/>
              </a:prstGeom>
              <a:blipFill>
                <a:blip r:embed="rId102"/>
                <a:stretch>
                  <a:fillRect l="-13333" t="-5263" r="-10000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5" name="テキスト ボックス 584">
                <a:extLst>
                  <a:ext uri="{FF2B5EF4-FFF2-40B4-BE49-F238E27FC236}">
                    <a16:creationId xmlns:a16="http://schemas.microsoft.com/office/drawing/2014/main" id="{0BCCCBCE-EDA3-324D-D47F-633C480C69C2}"/>
                  </a:ext>
                </a:extLst>
              </p:cNvPr>
              <p:cNvSpPr txBox="1"/>
              <p:nvPr/>
            </p:nvSpPr>
            <p:spPr>
              <a:xfrm>
                <a:off x="6931601" y="5122160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85" name="テキスト ボックス 584">
                <a:extLst>
                  <a:ext uri="{FF2B5EF4-FFF2-40B4-BE49-F238E27FC236}">
                    <a16:creationId xmlns:a16="http://schemas.microsoft.com/office/drawing/2014/main" id="{0BCCCBCE-EDA3-324D-D47F-633C480C6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601" y="5122160"/>
                <a:ext cx="181075" cy="115866"/>
              </a:xfrm>
              <a:prstGeom prst="rect">
                <a:avLst/>
              </a:prstGeom>
              <a:blipFill>
                <a:blip r:embed="rId103"/>
                <a:stretch>
                  <a:fillRect l="-13333" t="-5263" r="-10000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6" name="テキスト ボックス 585">
                <a:extLst>
                  <a:ext uri="{FF2B5EF4-FFF2-40B4-BE49-F238E27FC236}">
                    <a16:creationId xmlns:a16="http://schemas.microsoft.com/office/drawing/2014/main" id="{B09BE614-EF11-8934-40AE-78B5E8317C68}"/>
                  </a:ext>
                </a:extLst>
              </p:cNvPr>
              <p:cNvSpPr txBox="1"/>
              <p:nvPr/>
            </p:nvSpPr>
            <p:spPr>
              <a:xfrm>
                <a:off x="7135857" y="5154251"/>
                <a:ext cx="181075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86" name="テキスト ボックス 585">
                <a:extLst>
                  <a:ext uri="{FF2B5EF4-FFF2-40B4-BE49-F238E27FC236}">
                    <a16:creationId xmlns:a16="http://schemas.microsoft.com/office/drawing/2014/main" id="{B09BE614-EF11-8934-40AE-78B5E8317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857" y="5154251"/>
                <a:ext cx="181075" cy="115866"/>
              </a:xfrm>
              <a:prstGeom prst="rect">
                <a:avLst/>
              </a:prstGeom>
              <a:blipFill>
                <a:blip r:embed="rId88"/>
                <a:stretch>
                  <a:fillRect l="-13793" t="-10526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テキスト ボックス 590">
                <a:extLst>
                  <a:ext uri="{FF2B5EF4-FFF2-40B4-BE49-F238E27FC236}">
                    <a16:creationId xmlns:a16="http://schemas.microsoft.com/office/drawing/2014/main" id="{326ECFD3-398B-9A90-6108-708438C0867C}"/>
                  </a:ext>
                </a:extLst>
              </p:cNvPr>
              <p:cNvSpPr txBox="1"/>
              <p:nvPr/>
            </p:nvSpPr>
            <p:spPr>
              <a:xfrm>
                <a:off x="7960154" y="4998970"/>
                <a:ext cx="176523" cy="11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91" name="テキスト ボックス 590">
                <a:extLst>
                  <a:ext uri="{FF2B5EF4-FFF2-40B4-BE49-F238E27FC236}">
                    <a16:creationId xmlns:a16="http://schemas.microsoft.com/office/drawing/2014/main" id="{326ECFD3-398B-9A90-6108-708438C08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154" y="4998970"/>
                <a:ext cx="176523" cy="115288"/>
              </a:xfrm>
              <a:prstGeom prst="rect">
                <a:avLst/>
              </a:prstGeom>
              <a:blipFill>
                <a:blip r:embed="rId104"/>
                <a:stretch>
                  <a:fillRect l="-13793" r="-6897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テキスト ボックス 591">
                <a:extLst>
                  <a:ext uri="{FF2B5EF4-FFF2-40B4-BE49-F238E27FC236}">
                    <a16:creationId xmlns:a16="http://schemas.microsoft.com/office/drawing/2014/main" id="{C171A293-7131-1D32-AF64-3782308FE37D}"/>
                  </a:ext>
                </a:extLst>
              </p:cNvPr>
              <p:cNvSpPr txBox="1"/>
              <p:nvPr/>
            </p:nvSpPr>
            <p:spPr>
              <a:xfrm>
                <a:off x="7917399" y="5184813"/>
                <a:ext cx="176523" cy="115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92" name="テキスト ボックス 591">
                <a:extLst>
                  <a:ext uri="{FF2B5EF4-FFF2-40B4-BE49-F238E27FC236}">
                    <a16:creationId xmlns:a16="http://schemas.microsoft.com/office/drawing/2014/main" id="{C171A293-7131-1D32-AF64-3782308FE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99" y="5184813"/>
                <a:ext cx="176523" cy="115416"/>
              </a:xfrm>
              <a:prstGeom prst="rect">
                <a:avLst/>
              </a:prstGeom>
              <a:blipFill>
                <a:blip r:embed="rId90"/>
                <a:stretch>
                  <a:fillRect l="-13793" t="-5556" r="-6897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テキスト ボックス 592">
                <a:extLst>
                  <a:ext uri="{FF2B5EF4-FFF2-40B4-BE49-F238E27FC236}">
                    <a16:creationId xmlns:a16="http://schemas.microsoft.com/office/drawing/2014/main" id="{94CE8CB4-3FA8-405C-D3FE-E95309F83BA4}"/>
                  </a:ext>
                </a:extLst>
              </p:cNvPr>
              <p:cNvSpPr txBox="1"/>
              <p:nvPr/>
            </p:nvSpPr>
            <p:spPr>
              <a:xfrm>
                <a:off x="7976175" y="5316172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93" name="テキスト ボックス 592">
                <a:extLst>
                  <a:ext uri="{FF2B5EF4-FFF2-40B4-BE49-F238E27FC236}">
                    <a16:creationId xmlns:a16="http://schemas.microsoft.com/office/drawing/2014/main" id="{94CE8CB4-3FA8-405C-D3FE-E95309F83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175" y="5316172"/>
                <a:ext cx="176523" cy="115866"/>
              </a:xfrm>
              <a:prstGeom prst="rect">
                <a:avLst/>
              </a:prstGeom>
              <a:blipFill>
                <a:blip r:embed="rId105"/>
                <a:stretch>
                  <a:fillRect l="-13793" r="-10345" b="-2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" name="テキスト ボックス 593">
                <a:extLst>
                  <a:ext uri="{FF2B5EF4-FFF2-40B4-BE49-F238E27FC236}">
                    <a16:creationId xmlns:a16="http://schemas.microsoft.com/office/drawing/2014/main" id="{EA2B7583-811D-DAF5-D4B7-C50B6C5DA6A4}"/>
                  </a:ext>
                </a:extLst>
              </p:cNvPr>
              <p:cNvSpPr txBox="1"/>
              <p:nvPr/>
            </p:nvSpPr>
            <p:spPr>
              <a:xfrm>
                <a:off x="8188045" y="5430961"/>
                <a:ext cx="176523" cy="115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94" name="テキスト ボックス 593">
                <a:extLst>
                  <a:ext uri="{FF2B5EF4-FFF2-40B4-BE49-F238E27FC236}">
                    <a16:creationId xmlns:a16="http://schemas.microsoft.com/office/drawing/2014/main" id="{EA2B7583-811D-DAF5-D4B7-C50B6C5DA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045" y="5430961"/>
                <a:ext cx="176523" cy="115866"/>
              </a:xfrm>
              <a:prstGeom prst="rect">
                <a:avLst/>
              </a:prstGeom>
              <a:blipFill>
                <a:blip r:embed="rId33"/>
                <a:stretch>
                  <a:fillRect l="-13793" t="-5263" r="-10345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0" name="テキスト ボックス 969">
            <a:extLst>
              <a:ext uri="{FF2B5EF4-FFF2-40B4-BE49-F238E27FC236}">
                <a16:creationId xmlns:a16="http://schemas.microsoft.com/office/drawing/2014/main" id="{A9F225E1-39DF-156D-145C-88977947720D}"/>
              </a:ext>
            </a:extLst>
          </p:cNvPr>
          <p:cNvSpPr txBox="1"/>
          <p:nvPr/>
        </p:nvSpPr>
        <p:spPr>
          <a:xfrm>
            <a:off x="317500" y="2560118"/>
            <a:ext cx="1333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COCO2017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729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6A30-828F-C4C4-B22E-AC1CE618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楕円 445">
            <a:extLst>
              <a:ext uri="{FF2B5EF4-FFF2-40B4-BE49-F238E27FC236}">
                <a16:creationId xmlns:a16="http://schemas.microsoft.com/office/drawing/2014/main" id="{99C1453C-407B-3AC5-E603-057AAC1DE525}"/>
              </a:ext>
            </a:extLst>
          </p:cNvPr>
          <p:cNvSpPr/>
          <p:nvPr/>
        </p:nvSpPr>
        <p:spPr>
          <a:xfrm>
            <a:off x="9727354" y="67818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F5BC0AAF-E31C-44FE-36BB-145518164D07}"/>
              </a:ext>
            </a:extLst>
          </p:cNvPr>
          <p:cNvSpPr/>
          <p:nvPr/>
        </p:nvSpPr>
        <p:spPr>
          <a:xfrm>
            <a:off x="9727354" y="120142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B65EE339-63C3-D462-3D51-60B7FBE10B8B}"/>
              </a:ext>
            </a:extLst>
          </p:cNvPr>
          <p:cNvSpPr/>
          <p:nvPr/>
        </p:nvSpPr>
        <p:spPr>
          <a:xfrm>
            <a:off x="9727354" y="172466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F7CAFE80-8684-795E-6721-8478863BD8E4}"/>
              </a:ext>
            </a:extLst>
          </p:cNvPr>
          <p:cNvSpPr/>
          <p:nvPr/>
        </p:nvSpPr>
        <p:spPr>
          <a:xfrm>
            <a:off x="10789074" y="38862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DA7FC377-0896-C07F-DE3B-B69076E21376}"/>
              </a:ext>
            </a:extLst>
          </p:cNvPr>
          <p:cNvSpPr/>
          <p:nvPr/>
        </p:nvSpPr>
        <p:spPr>
          <a:xfrm>
            <a:off x="10789074" y="91186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1" name="楕円 450">
            <a:extLst>
              <a:ext uri="{FF2B5EF4-FFF2-40B4-BE49-F238E27FC236}">
                <a16:creationId xmlns:a16="http://schemas.microsoft.com/office/drawing/2014/main" id="{668878D4-EA03-84E0-5FBF-BEA4AFA05A13}"/>
              </a:ext>
            </a:extLst>
          </p:cNvPr>
          <p:cNvSpPr/>
          <p:nvPr/>
        </p:nvSpPr>
        <p:spPr>
          <a:xfrm>
            <a:off x="10789074" y="143510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2" name="楕円 451">
            <a:extLst>
              <a:ext uri="{FF2B5EF4-FFF2-40B4-BE49-F238E27FC236}">
                <a16:creationId xmlns:a16="http://schemas.microsoft.com/office/drawing/2014/main" id="{E4F1D3B8-E42B-2502-3173-9F458336B3AF}"/>
              </a:ext>
            </a:extLst>
          </p:cNvPr>
          <p:cNvSpPr/>
          <p:nvPr/>
        </p:nvSpPr>
        <p:spPr>
          <a:xfrm>
            <a:off x="10789074" y="195692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3" name="楕円 452">
            <a:extLst>
              <a:ext uri="{FF2B5EF4-FFF2-40B4-BE49-F238E27FC236}">
                <a16:creationId xmlns:a16="http://schemas.microsoft.com/office/drawing/2014/main" id="{23F0E1A8-0A6C-4875-A2DE-91F6E9F74051}"/>
              </a:ext>
            </a:extLst>
          </p:cNvPr>
          <p:cNvSpPr/>
          <p:nvPr/>
        </p:nvSpPr>
        <p:spPr>
          <a:xfrm>
            <a:off x="11850794" y="38862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4" name="楕円 453">
            <a:extLst>
              <a:ext uri="{FF2B5EF4-FFF2-40B4-BE49-F238E27FC236}">
                <a16:creationId xmlns:a16="http://schemas.microsoft.com/office/drawing/2014/main" id="{443D90F4-9634-617A-6AC3-90AF7D6A31D1}"/>
              </a:ext>
            </a:extLst>
          </p:cNvPr>
          <p:cNvSpPr/>
          <p:nvPr/>
        </p:nvSpPr>
        <p:spPr>
          <a:xfrm>
            <a:off x="11850794" y="91186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5" name="楕円 454">
            <a:extLst>
              <a:ext uri="{FF2B5EF4-FFF2-40B4-BE49-F238E27FC236}">
                <a16:creationId xmlns:a16="http://schemas.microsoft.com/office/drawing/2014/main" id="{054FDBA8-E4CC-0C54-33C9-61F37181629B}"/>
              </a:ext>
            </a:extLst>
          </p:cNvPr>
          <p:cNvSpPr/>
          <p:nvPr/>
        </p:nvSpPr>
        <p:spPr>
          <a:xfrm>
            <a:off x="11850794" y="143510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6" name="楕円 455">
            <a:extLst>
              <a:ext uri="{FF2B5EF4-FFF2-40B4-BE49-F238E27FC236}">
                <a16:creationId xmlns:a16="http://schemas.microsoft.com/office/drawing/2014/main" id="{2CEBBA8D-F455-18F5-92BF-9B50F61554C2}"/>
              </a:ext>
            </a:extLst>
          </p:cNvPr>
          <p:cNvSpPr/>
          <p:nvPr/>
        </p:nvSpPr>
        <p:spPr>
          <a:xfrm>
            <a:off x="11850794" y="1956925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7" name="楕円 456">
            <a:extLst>
              <a:ext uri="{FF2B5EF4-FFF2-40B4-BE49-F238E27FC236}">
                <a16:creationId xmlns:a16="http://schemas.microsoft.com/office/drawing/2014/main" id="{CB22B684-E547-A3D7-8A64-2E3C5E6A2ADC}"/>
              </a:ext>
            </a:extLst>
          </p:cNvPr>
          <p:cNvSpPr/>
          <p:nvPr/>
        </p:nvSpPr>
        <p:spPr>
          <a:xfrm>
            <a:off x="12912514" y="678180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8" name="楕円 457">
            <a:extLst>
              <a:ext uri="{FF2B5EF4-FFF2-40B4-BE49-F238E27FC236}">
                <a16:creationId xmlns:a16="http://schemas.microsoft.com/office/drawing/2014/main" id="{B9906875-649E-44EA-CA2C-9D0DA3FDBF58}"/>
              </a:ext>
            </a:extLst>
          </p:cNvPr>
          <p:cNvSpPr/>
          <p:nvPr/>
        </p:nvSpPr>
        <p:spPr>
          <a:xfrm>
            <a:off x="12912514" y="1201420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9" name="楕円 458">
            <a:extLst>
              <a:ext uri="{FF2B5EF4-FFF2-40B4-BE49-F238E27FC236}">
                <a16:creationId xmlns:a16="http://schemas.microsoft.com/office/drawing/2014/main" id="{97621AC9-F82D-6537-FD81-C7CD366E3B77}"/>
              </a:ext>
            </a:extLst>
          </p:cNvPr>
          <p:cNvSpPr/>
          <p:nvPr/>
        </p:nvSpPr>
        <p:spPr>
          <a:xfrm>
            <a:off x="12912514" y="1724660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0" name="直線コネクタ 459">
            <a:extLst>
              <a:ext uri="{FF2B5EF4-FFF2-40B4-BE49-F238E27FC236}">
                <a16:creationId xmlns:a16="http://schemas.microsoft.com/office/drawing/2014/main" id="{B76CDC7A-AB94-F40A-BBB7-8D187EFE6938}"/>
              </a:ext>
            </a:extLst>
          </p:cNvPr>
          <p:cNvCxnSpPr>
            <a:cxnSpLocks/>
            <a:stCxn id="446" idx="6"/>
            <a:endCxn id="449" idx="2"/>
          </p:cNvCxnSpPr>
          <p:nvPr/>
        </p:nvCxnSpPr>
        <p:spPr>
          <a:xfrm flipV="1">
            <a:off x="9948333" y="499110"/>
            <a:ext cx="840741" cy="28956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1" name="直線コネクタ 460">
            <a:extLst>
              <a:ext uri="{FF2B5EF4-FFF2-40B4-BE49-F238E27FC236}">
                <a16:creationId xmlns:a16="http://schemas.microsoft.com/office/drawing/2014/main" id="{89233000-235C-C5A4-C66B-581ADA08DE34}"/>
              </a:ext>
            </a:extLst>
          </p:cNvPr>
          <p:cNvCxnSpPr>
            <a:cxnSpLocks/>
            <a:stCxn id="447" idx="6"/>
            <a:endCxn id="449" idx="2"/>
          </p:cNvCxnSpPr>
          <p:nvPr/>
        </p:nvCxnSpPr>
        <p:spPr>
          <a:xfrm flipV="1">
            <a:off x="9948333" y="499110"/>
            <a:ext cx="840741" cy="8128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2" name="直線コネクタ 461">
            <a:extLst>
              <a:ext uri="{FF2B5EF4-FFF2-40B4-BE49-F238E27FC236}">
                <a16:creationId xmlns:a16="http://schemas.microsoft.com/office/drawing/2014/main" id="{CFF37934-BAFD-76DF-6775-8040D6F5D7B4}"/>
              </a:ext>
            </a:extLst>
          </p:cNvPr>
          <p:cNvCxnSpPr>
            <a:cxnSpLocks/>
            <a:stCxn id="446" idx="6"/>
            <a:endCxn id="451" idx="2"/>
          </p:cNvCxnSpPr>
          <p:nvPr/>
        </p:nvCxnSpPr>
        <p:spPr>
          <a:xfrm>
            <a:off x="9948333" y="788670"/>
            <a:ext cx="840741" cy="75692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3" name="直線コネクタ 462">
            <a:extLst>
              <a:ext uri="{FF2B5EF4-FFF2-40B4-BE49-F238E27FC236}">
                <a16:creationId xmlns:a16="http://schemas.microsoft.com/office/drawing/2014/main" id="{9DE00E5D-A9BA-2D5B-4808-B65969403077}"/>
              </a:ext>
            </a:extLst>
          </p:cNvPr>
          <p:cNvCxnSpPr>
            <a:cxnSpLocks/>
            <a:stCxn id="447" idx="6"/>
            <a:endCxn id="450" idx="2"/>
          </p:cNvCxnSpPr>
          <p:nvPr/>
        </p:nvCxnSpPr>
        <p:spPr>
          <a:xfrm flipV="1">
            <a:off x="9948333" y="1022350"/>
            <a:ext cx="840741" cy="28956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直線コネクタ 463">
            <a:extLst>
              <a:ext uri="{FF2B5EF4-FFF2-40B4-BE49-F238E27FC236}">
                <a16:creationId xmlns:a16="http://schemas.microsoft.com/office/drawing/2014/main" id="{AFDC5272-95F0-C7BA-2AA0-F3D9500F6A9F}"/>
              </a:ext>
            </a:extLst>
          </p:cNvPr>
          <p:cNvCxnSpPr>
            <a:cxnSpLocks/>
            <a:stCxn id="446" idx="6"/>
            <a:endCxn id="450" idx="2"/>
          </p:cNvCxnSpPr>
          <p:nvPr/>
        </p:nvCxnSpPr>
        <p:spPr>
          <a:xfrm>
            <a:off x="9948333" y="788670"/>
            <a:ext cx="840741" cy="23368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5" name="直線コネクタ 464">
            <a:extLst>
              <a:ext uri="{FF2B5EF4-FFF2-40B4-BE49-F238E27FC236}">
                <a16:creationId xmlns:a16="http://schemas.microsoft.com/office/drawing/2014/main" id="{4FDAEB5C-D4AA-8AD7-81E2-ABF977054A10}"/>
              </a:ext>
            </a:extLst>
          </p:cNvPr>
          <p:cNvCxnSpPr>
            <a:cxnSpLocks/>
            <a:stCxn id="446" idx="6"/>
            <a:endCxn id="452" idx="2"/>
          </p:cNvCxnSpPr>
          <p:nvPr/>
        </p:nvCxnSpPr>
        <p:spPr>
          <a:xfrm>
            <a:off x="9948333" y="788670"/>
            <a:ext cx="840741" cy="127874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6" name="直線コネクタ 465">
            <a:extLst>
              <a:ext uri="{FF2B5EF4-FFF2-40B4-BE49-F238E27FC236}">
                <a16:creationId xmlns:a16="http://schemas.microsoft.com/office/drawing/2014/main" id="{0500C8C3-700B-6486-880E-ECA80E2ECE3E}"/>
              </a:ext>
            </a:extLst>
          </p:cNvPr>
          <p:cNvCxnSpPr>
            <a:cxnSpLocks/>
            <a:stCxn id="447" idx="6"/>
            <a:endCxn id="451" idx="2"/>
          </p:cNvCxnSpPr>
          <p:nvPr/>
        </p:nvCxnSpPr>
        <p:spPr>
          <a:xfrm>
            <a:off x="9948333" y="1311910"/>
            <a:ext cx="840741" cy="23368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7" name="直線コネクタ 466">
            <a:extLst>
              <a:ext uri="{FF2B5EF4-FFF2-40B4-BE49-F238E27FC236}">
                <a16:creationId xmlns:a16="http://schemas.microsoft.com/office/drawing/2014/main" id="{4AF67AA2-DB98-A5C6-3DB6-0BAE32053245}"/>
              </a:ext>
            </a:extLst>
          </p:cNvPr>
          <p:cNvCxnSpPr>
            <a:cxnSpLocks/>
            <a:stCxn id="447" idx="6"/>
            <a:endCxn id="452" idx="2"/>
          </p:cNvCxnSpPr>
          <p:nvPr/>
        </p:nvCxnSpPr>
        <p:spPr>
          <a:xfrm>
            <a:off x="9948333" y="1311910"/>
            <a:ext cx="840741" cy="75550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8" name="直線コネクタ 467">
            <a:extLst>
              <a:ext uri="{FF2B5EF4-FFF2-40B4-BE49-F238E27FC236}">
                <a16:creationId xmlns:a16="http://schemas.microsoft.com/office/drawing/2014/main" id="{D7C0B861-F1AC-26D9-ECF2-C0349D4C0C49}"/>
              </a:ext>
            </a:extLst>
          </p:cNvPr>
          <p:cNvCxnSpPr>
            <a:cxnSpLocks/>
            <a:stCxn id="448" idx="6"/>
            <a:endCxn id="449" idx="2"/>
          </p:cNvCxnSpPr>
          <p:nvPr/>
        </p:nvCxnSpPr>
        <p:spPr>
          <a:xfrm flipV="1">
            <a:off x="9948333" y="499110"/>
            <a:ext cx="840741" cy="133604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9" name="直線コネクタ 468">
            <a:extLst>
              <a:ext uri="{FF2B5EF4-FFF2-40B4-BE49-F238E27FC236}">
                <a16:creationId xmlns:a16="http://schemas.microsoft.com/office/drawing/2014/main" id="{D744B028-5207-6D8E-B87F-21B8F8BAEDD8}"/>
              </a:ext>
            </a:extLst>
          </p:cNvPr>
          <p:cNvCxnSpPr>
            <a:cxnSpLocks/>
            <a:stCxn id="448" idx="6"/>
            <a:endCxn id="450" idx="2"/>
          </p:cNvCxnSpPr>
          <p:nvPr/>
        </p:nvCxnSpPr>
        <p:spPr>
          <a:xfrm flipV="1">
            <a:off x="9948333" y="1022350"/>
            <a:ext cx="840741" cy="8128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0" name="直線コネクタ 469">
            <a:extLst>
              <a:ext uri="{FF2B5EF4-FFF2-40B4-BE49-F238E27FC236}">
                <a16:creationId xmlns:a16="http://schemas.microsoft.com/office/drawing/2014/main" id="{9E415397-0D63-BDA2-4C86-87457F539DD8}"/>
              </a:ext>
            </a:extLst>
          </p:cNvPr>
          <p:cNvCxnSpPr>
            <a:cxnSpLocks/>
            <a:stCxn id="448" idx="6"/>
            <a:endCxn id="451" idx="2"/>
          </p:cNvCxnSpPr>
          <p:nvPr/>
        </p:nvCxnSpPr>
        <p:spPr>
          <a:xfrm flipV="1">
            <a:off x="9948333" y="1545590"/>
            <a:ext cx="840741" cy="28956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1" name="直線コネクタ 470">
            <a:extLst>
              <a:ext uri="{FF2B5EF4-FFF2-40B4-BE49-F238E27FC236}">
                <a16:creationId xmlns:a16="http://schemas.microsoft.com/office/drawing/2014/main" id="{96A5E5A4-DCCF-D791-5765-6774EC54765E}"/>
              </a:ext>
            </a:extLst>
          </p:cNvPr>
          <p:cNvCxnSpPr>
            <a:cxnSpLocks/>
            <a:stCxn id="448" idx="6"/>
            <a:endCxn id="452" idx="2"/>
          </p:cNvCxnSpPr>
          <p:nvPr/>
        </p:nvCxnSpPr>
        <p:spPr>
          <a:xfrm>
            <a:off x="9948333" y="1835150"/>
            <a:ext cx="840741" cy="23226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2" name="直線コネクタ 471">
            <a:extLst>
              <a:ext uri="{FF2B5EF4-FFF2-40B4-BE49-F238E27FC236}">
                <a16:creationId xmlns:a16="http://schemas.microsoft.com/office/drawing/2014/main" id="{211AFA47-1B08-6F10-DF9E-6ACFDC438AFC}"/>
              </a:ext>
            </a:extLst>
          </p:cNvPr>
          <p:cNvCxnSpPr>
            <a:cxnSpLocks/>
            <a:stCxn id="449" idx="6"/>
            <a:endCxn id="453" idx="2"/>
          </p:cNvCxnSpPr>
          <p:nvPr/>
        </p:nvCxnSpPr>
        <p:spPr>
          <a:xfrm>
            <a:off x="11010053" y="499110"/>
            <a:ext cx="840741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3" name="直線コネクタ 472">
            <a:extLst>
              <a:ext uri="{FF2B5EF4-FFF2-40B4-BE49-F238E27FC236}">
                <a16:creationId xmlns:a16="http://schemas.microsoft.com/office/drawing/2014/main" id="{7256661F-3EDB-B64C-0AE2-D2ECB9B97F2B}"/>
              </a:ext>
            </a:extLst>
          </p:cNvPr>
          <p:cNvCxnSpPr>
            <a:cxnSpLocks/>
            <a:stCxn id="450" idx="6"/>
            <a:endCxn id="453" idx="2"/>
          </p:cNvCxnSpPr>
          <p:nvPr/>
        </p:nvCxnSpPr>
        <p:spPr>
          <a:xfrm flipV="1">
            <a:off x="11010053" y="499110"/>
            <a:ext cx="840741" cy="52324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4" name="直線コネクタ 473">
            <a:extLst>
              <a:ext uri="{FF2B5EF4-FFF2-40B4-BE49-F238E27FC236}">
                <a16:creationId xmlns:a16="http://schemas.microsoft.com/office/drawing/2014/main" id="{D362D3BC-3DDD-CE09-34C8-A3375938814F}"/>
              </a:ext>
            </a:extLst>
          </p:cNvPr>
          <p:cNvCxnSpPr>
            <a:cxnSpLocks/>
            <a:stCxn id="449" idx="6"/>
            <a:endCxn id="455" idx="2"/>
          </p:cNvCxnSpPr>
          <p:nvPr/>
        </p:nvCxnSpPr>
        <p:spPr>
          <a:xfrm>
            <a:off x="11010053" y="499110"/>
            <a:ext cx="840741" cy="104648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5" name="直線コネクタ 474">
            <a:extLst>
              <a:ext uri="{FF2B5EF4-FFF2-40B4-BE49-F238E27FC236}">
                <a16:creationId xmlns:a16="http://schemas.microsoft.com/office/drawing/2014/main" id="{6360CFB9-2D9B-2ADC-7DCC-E331C2635A1B}"/>
              </a:ext>
            </a:extLst>
          </p:cNvPr>
          <p:cNvCxnSpPr>
            <a:cxnSpLocks/>
            <a:stCxn id="450" idx="6"/>
            <a:endCxn id="454" idx="2"/>
          </p:cNvCxnSpPr>
          <p:nvPr/>
        </p:nvCxnSpPr>
        <p:spPr>
          <a:xfrm>
            <a:off x="11010053" y="1022350"/>
            <a:ext cx="840741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6" name="直線コネクタ 475">
            <a:extLst>
              <a:ext uri="{FF2B5EF4-FFF2-40B4-BE49-F238E27FC236}">
                <a16:creationId xmlns:a16="http://schemas.microsoft.com/office/drawing/2014/main" id="{E10D948A-7FF2-0EB2-BF38-F3A1AEB5B4C2}"/>
              </a:ext>
            </a:extLst>
          </p:cNvPr>
          <p:cNvCxnSpPr>
            <a:cxnSpLocks/>
            <a:stCxn id="449" idx="6"/>
            <a:endCxn id="454" idx="2"/>
          </p:cNvCxnSpPr>
          <p:nvPr/>
        </p:nvCxnSpPr>
        <p:spPr>
          <a:xfrm>
            <a:off x="11010053" y="499110"/>
            <a:ext cx="840741" cy="5232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7" name="直線コネクタ 476">
            <a:extLst>
              <a:ext uri="{FF2B5EF4-FFF2-40B4-BE49-F238E27FC236}">
                <a16:creationId xmlns:a16="http://schemas.microsoft.com/office/drawing/2014/main" id="{CBE260F4-E3B1-88DB-6B62-766E906971D5}"/>
              </a:ext>
            </a:extLst>
          </p:cNvPr>
          <p:cNvCxnSpPr>
            <a:cxnSpLocks/>
            <a:stCxn id="449" idx="6"/>
            <a:endCxn id="456" idx="2"/>
          </p:cNvCxnSpPr>
          <p:nvPr/>
        </p:nvCxnSpPr>
        <p:spPr>
          <a:xfrm>
            <a:off x="11010053" y="499110"/>
            <a:ext cx="840741" cy="156830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直線コネクタ 477">
            <a:extLst>
              <a:ext uri="{FF2B5EF4-FFF2-40B4-BE49-F238E27FC236}">
                <a16:creationId xmlns:a16="http://schemas.microsoft.com/office/drawing/2014/main" id="{2BFAE528-9E1C-AEC3-BE71-5DE8785AE5FB}"/>
              </a:ext>
            </a:extLst>
          </p:cNvPr>
          <p:cNvCxnSpPr>
            <a:cxnSpLocks/>
            <a:stCxn id="450" idx="6"/>
            <a:endCxn id="455" idx="2"/>
          </p:cNvCxnSpPr>
          <p:nvPr/>
        </p:nvCxnSpPr>
        <p:spPr>
          <a:xfrm>
            <a:off x="11010053" y="1022350"/>
            <a:ext cx="840741" cy="52324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9" name="直線コネクタ 478">
            <a:extLst>
              <a:ext uri="{FF2B5EF4-FFF2-40B4-BE49-F238E27FC236}">
                <a16:creationId xmlns:a16="http://schemas.microsoft.com/office/drawing/2014/main" id="{5B8748EF-E35E-2F99-EBBE-E4D4A0346C2D}"/>
              </a:ext>
            </a:extLst>
          </p:cNvPr>
          <p:cNvCxnSpPr>
            <a:cxnSpLocks/>
            <a:stCxn id="450" idx="6"/>
            <a:endCxn id="456" idx="2"/>
          </p:cNvCxnSpPr>
          <p:nvPr/>
        </p:nvCxnSpPr>
        <p:spPr>
          <a:xfrm>
            <a:off x="11010053" y="1022350"/>
            <a:ext cx="840741" cy="104506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0" name="直線コネクタ 479">
            <a:extLst>
              <a:ext uri="{FF2B5EF4-FFF2-40B4-BE49-F238E27FC236}">
                <a16:creationId xmlns:a16="http://schemas.microsoft.com/office/drawing/2014/main" id="{80C376FA-FA38-B56D-FD68-66401C67329E}"/>
              </a:ext>
            </a:extLst>
          </p:cNvPr>
          <p:cNvCxnSpPr>
            <a:cxnSpLocks/>
            <a:stCxn id="451" idx="6"/>
            <a:endCxn id="453" idx="2"/>
          </p:cNvCxnSpPr>
          <p:nvPr/>
        </p:nvCxnSpPr>
        <p:spPr>
          <a:xfrm flipV="1">
            <a:off x="11010053" y="499110"/>
            <a:ext cx="840741" cy="104648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1" name="直線コネクタ 480">
            <a:extLst>
              <a:ext uri="{FF2B5EF4-FFF2-40B4-BE49-F238E27FC236}">
                <a16:creationId xmlns:a16="http://schemas.microsoft.com/office/drawing/2014/main" id="{C1441C7A-2725-5091-A7CC-26AA400FB463}"/>
              </a:ext>
            </a:extLst>
          </p:cNvPr>
          <p:cNvCxnSpPr>
            <a:cxnSpLocks/>
            <a:stCxn id="451" idx="6"/>
            <a:endCxn id="454" idx="2"/>
          </p:cNvCxnSpPr>
          <p:nvPr/>
        </p:nvCxnSpPr>
        <p:spPr>
          <a:xfrm flipV="1">
            <a:off x="11010053" y="1022350"/>
            <a:ext cx="840741" cy="5232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2" name="直線コネクタ 481">
            <a:extLst>
              <a:ext uri="{FF2B5EF4-FFF2-40B4-BE49-F238E27FC236}">
                <a16:creationId xmlns:a16="http://schemas.microsoft.com/office/drawing/2014/main" id="{4979926E-2085-3FBB-FAD8-C5D28C33BC65}"/>
              </a:ext>
            </a:extLst>
          </p:cNvPr>
          <p:cNvCxnSpPr>
            <a:cxnSpLocks/>
            <a:stCxn id="451" idx="6"/>
            <a:endCxn id="455" idx="2"/>
          </p:cNvCxnSpPr>
          <p:nvPr/>
        </p:nvCxnSpPr>
        <p:spPr>
          <a:xfrm>
            <a:off x="11010053" y="1545590"/>
            <a:ext cx="8407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3" name="直線コネクタ 482">
            <a:extLst>
              <a:ext uri="{FF2B5EF4-FFF2-40B4-BE49-F238E27FC236}">
                <a16:creationId xmlns:a16="http://schemas.microsoft.com/office/drawing/2014/main" id="{650ED901-EB7C-A7C7-94F1-CA708C83869E}"/>
              </a:ext>
            </a:extLst>
          </p:cNvPr>
          <p:cNvCxnSpPr>
            <a:cxnSpLocks/>
            <a:stCxn id="451" idx="6"/>
            <a:endCxn id="456" idx="2"/>
          </p:cNvCxnSpPr>
          <p:nvPr/>
        </p:nvCxnSpPr>
        <p:spPr>
          <a:xfrm>
            <a:off x="11010053" y="1545590"/>
            <a:ext cx="840741" cy="521825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4" name="直線コネクタ 483">
            <a:extLst>
              <a:ext uri="{FF2B5EF4-FFF2-40B4-BE49-F238E27FC236}">
                <a16:creationId xmlns:a16="http://schemas.microsoft.com/office/drawing/2014/main" id="{A983795E-C5C8-2F76-58D1-4015FEE37A32}"/>
              </a:ext>
            </a:extLst>
          </p:cNvPr>
          <p:cNvCxnSpPr>
            <a:cxnSpLocks/>
            <a:stCxn id="452" idx="6"/>
            <a:endCxn id="454" idx="2"/>
          </p:cNvCxnSpPr>
          <p:nvPr/>
        </p:nvCxnSpPr>
        <p:spPr>
          <a:xfrm flipV="1">
            <a:off x="11010053" y="1022350"/>
            <a:ext cx="840741" cy="104506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5" name="直線コネクタ 484">
            <a:extLst>
              <a:ext uri="{FF2B5EF4-FFF2-40B4-BE49-F238E27FC236}">
                <a16:creationId xmlns:a16="http://schemas.microsoft.com/office/drawing/2014/main" id="{159CD840-B9BD-1FA5-0589-4A9A40A0276B}"/>
              </a:ext>
            </a:extLst>
          </p:cNvPr>
          <p:cNvCxnSpPr>
            <a:cxnSpLocks/>
            <a:stCxn id="452" idx="6"/>
            <a:endCxn id="453" idx="2"/>
          </p:cNvCxnSpPr>
          <p:nvPr/>
        </p:nvCxnSpPr>
        <p:spPr>
          <a:xfrm flipV="1">
            <a:off x="11010053" y="499110"/>
            <a:ext cx="840741" cy="1568305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6" name="直線コネクタ 485">
            <a:extLst>
              <a:ext uri="{FF2B5EF4-FFF2-40B4-BE49-F238E27FC236}">
                <a16:creationId xmlns:a16="http://schemas.microsoft.com/office/drawing/2014/main" id="{93CBBCE5-76A0-6656-E62A-4687336E015D}"/>
              </a:ext>
            </a:extLst>
          </p:cNvPr>
          <p:cNvCxnSpPr>
            <a:cxnSpLocks/>
            <a:stCxn id="452" idx="6"/>
            <a:endCxn id="455" idx="2"/>
          </p:cNvCxnSpPr>
          <p:nvPr/>
        </p:nvCxnSpPr>
        <p:spPr>
          <a:xfrm flipV="1">
            <a:off x="11010053" y="1545590"/>
            <a:ext cx="840741" cy="521825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7" name="直線コネクタ 486">
            <a:extLst>
              <a:ext uri="{FF2B5EF4-FFF2-40B4-BE49-F238E27FC236}">
                <a16:creationId xmlns:a16="http://schemas.microsoft.com/office/drawing/2014/main" id="{E64A0B4C-A739-700F-5E2C-365649B7D85A}"/>
              </a:ext>
            </a:extLst>
          </p:cNvPr>
          <p:cNvCxnSpPr>
            <a:cxnSpLocks/>
            <a:stCxn id="452" idx="6"/>
            <a:endCxn id="456" idx="2"/>
          </p:cNvCxnSpPr>
          <p:nvPr/>
        </p:nvCxnSpPr>
        <p:spPr>
          <a:xfrm>
            <a:off x="11010053" y="2067415"/>
            <a:ext cx="84074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8" name="直線コネクタ 487">
            <a:extLst>
              <a:ext uri="{FF2B5EF4-FFF2-40B4-BE49-F238E27FC236}">
                <a16:creationId xmlns:a16="http://schemas.microsoft.com/office/drawing/2014/main" id="{83E18FF1-FA21-7F2A-0A2C-2D3F9718920B}"/>
              </a:ext>
            </a:extLst>
          </p:cNvPr>
          <p:cNvCxnSpPr>
            <a:cxnSpLocks/>
            <a:stCxn id="453" idx="6"/>
            <a:endCxn id="457" idx="2"/>
          </p:cNvCxnSpPr>
          <p:nvPr/>
        </p:nvCxnSpPr>
        <p:spPr>
          <a:xfrm>
            <a:off x="12071773" y="499110"/>
            <a:ext cx="840741" cy="28956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9" name="直線コネクタ 488">
            <a:extLst>
              <a:ext uri="{FF2B5EF4-FFF2-40B4-BE49-F238E27FC236}">
                <a16:creationId xmlns:a16="http://schemas.microsoft.com/office/drawing/2014/main" id="{905A9C4B-DEDD-3260-6C4B-CBEFD62F9803}"/>
              </a:ext>
            </a:extLst>
          </p:cNvPr>
          <p:cNvCxnSpPr>
            <a:cxnSpLocks/>
            <a:stCxn id="454" idx="6"/>
            <a:endCxn id="457" idx="2"/>
          </p:cNvCxnSpPr>
          <p:nvPr/>
        </p:nvCxnSpPr>
        <p:spPr>
          <a:xfrm flipV="1">
            <a:off x="12071773" y="788670"/>
            <a:ext cx="840741" cy="23368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0" name="直線コネクタ 489">
            <a:extLst>
              <a:ext uri="{FF2B5EF4-FFF2-40B4-BE49-F238E27FC236}">
                <a16:creationId xmlns:a16="http://schemas.microsoft.com/office/drawing/2014/main" id="{59A44492-9570-FC08-D3FA-ED2F58AC728F}"/>
              </a:ext>
            </a:extLst>
          </p:cNvPr>
          <p:cNvCxnSpPr>
            <a:cxnSpLocks/>
            <a:stCxn id="453" idx="6"/>
            <a:endCxn id="459" idx="2"/>
          </p:cNvCxnSpPr>
          <p:nvPr/>
        </p:nvCxnSpPr>
        <p:spPr>
          <a:xfrm>
            <a:off x="12071773" y="499110"/>
            <a:ext cx="840741" cy="133604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1" name="直線コネクタ 490">
            <a:extLst>
              <a:ext uri="{FF2B5EF4-FFF2-40B4-BE49-F238E27FC236}">
                <a16:creationId xmlns:a16="http://schemas.microsoft.com/office/drawing/2014/main" id="{E2489859-975A-6B46-A506-78A9BFCCC5F4}"/>
              </a:ext>
            </a:extLst>
          </p:cNvPr>
          <p:cNvCxnSpPr>
            <a:cxnSpLocks/>
            <a:stCxn id="454" idx="6"/>
            <a:endCxn id="459" idx="2"/>
          </p:cNvCxnSpPr>
          <p:nvPr/>
        </p:nvCxnSpPr>
        <p:spPr>
          <a:xfrm>
            <a:off x="12071773" y="1022350"/>
            <a:ext cx="840741" cy="81280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2" name="直線コネクタ 491">
            <a:extLst>
              <a:ext uri="{FF2B5EF4-FFF2-40B4-BE49-F238E27FC236}">
                <a16:creationId xmlns:a16="http://schemas.microsoft.com/office/drawing/2014/main" id="{EFC0FF9E-E3B8-5815-D7B8-68C0F0AEA12F}"/>
              </a:ext>
            </a:extLst>
          </p:cNvPr>
          <p:cNvCxnSpPr>
            <a:cxnSpLocks/>
            <a:stCxn id="453" idx="6"/>
            <a:endCxn id="458" idx="2"/>
          </p:cNvCxnSpPr>
          <p:nvPr/>
        </p:nvCxnSpPr>
        <p:spPr>
          <a:xfrm>
            <a:off x="12071773" y="499110"/>
            <a:ext cx="840741" cy="8128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3" name="直線コネクタ 492">
            <a:extLst>
              <a:ext uri="{FF2B5EF4-FFF2-40B4-BE49-F238E27FC236}">
                <a16:creationId xmlns:a16="http://schemas.microsoft.com/office/drawing/2014/main" id="{864D3397-A69E-42D0-A011-50EB6E49E601}"/>
              </a:ext>
            </a:extLst>
          </p:cNvPr>
          <p:cNvCxnSpPr>
            <a:cxnSpLocks/>
            <a:stCxn id="456" idx="6"/>
            <a:endCxn id="458" idx="2"/>
          </p:cNvCxnSpPr>
          <p:nvPr/>
        </p:nvCxnSpPr>
        <p:spPr>
          <a:xfrm flipV="1">
            <a:off x="12071773" y="1311910"/>
            <a:ext cx="840741" cy="75550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4" name="直線コネクタ 493">
            <a:extLst>
              <a:ext uri="{FF2B5EF4-FFF2-40B4-BE49-F238E27FC236}">
                <a16:creationId xmlns:a16="http://schemas.microsoft.com/office/drawing/2014/main" id="{F4EB3649-B701-387D-7315-D66DE0CDDE9F}"/>
              </a:ext>
            </a:extLst>
          </p:cNvPr>
          <p:cNvCxnSpPr>
            <a:cxnSpLocks/>
            <a:stCxn id="455" idx="6"/>
            <a:endCxn id="459" idx="2"/>
          </p:cNvCxnSpPr>
          <p:nvPr/>
        </p:nvCxnSpPr>
        <p:spPr>
          <a:xfrm>
            <a:off x="12071773" y="1545590"/>
            <a:ext cx="840741" cy="28956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5" name="直線コネクタ 494">
            <a:extLst>
              <a:ext uri="{FF2B5EF4-FFF2-40B4-BE49-F238E27FC236}">
                <a16:creationId xmlns:a16="http://schemas.microsoft.com/office/drawing/2014/main" id="{5F5BF3DE-C620-5DD5-0DEA-2141D761D8B2}"/>
              </a:ext>
            </a:extLst>
          </p:cNvPr>
          <p:cNvCxnSpPr>
            <a:cxnSpLocks/>
            <a:stCxn id="456" idx="6"/>
            <a:endCxn id="459" idx="2"/>
          </p:cNvCxnSpPr>
          <p:nvPr/>
        </p:nvCxnSpPr>
        <p:spPr>
          <a:xfrm flipV="1">
            <a:off x="12071773" y="1835150"/>
            <a:ext cx="840741" cy="232265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6" name="直線コネクタ 495">
            <a:extLst>
              <a:ext uri="{FF2B5EF4-FFF2-40B4-BE49-F238E27FC236}">
                <a16:creationId xmlns:a16="http://schemas.microsoft.com/office/drawing/2014/main" id="{2D504DFE-2ED2-4F45-3ED6-4240ABA5585E}"/>
              </a:ext>
            </a:extLst>
          </p:cNvPr>
          <p:cNvCxnSpPr>
            <a:cxnSpLocks/>
            <a:stCxn id="455" idx="6"/>
            <a:endCxn id="457" idx="2"/>
          </p:cNvCxnSpPr>
          <p:nvPr/>
        </p:nvCxnSpPr>
        <p:spPr>
          <a:xfrm flipV="1">
            <a:off x="12071773" y="788670"/>
            <a:ext cx="840741" cy="75692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7" name="直線コネクタ 496">
            <a:extLst>
              <a:ext uri="{FF2B5EF4-FFF2-40B4-BE49-F238E27FC236}">
                <a16:creationId xmlns:a16="http://schemas.microsoft.com/office/drawing/2014/main" id="{92444850-F651-0233-9388-CA71EE78AE74}"/>
              </a:ext>
            </a:extLst>
          </p:cNvPr>
          <p:cNvCxnSpPr>
            <a:cxnSpLocks/>
            <a:stCxn id="456" idx="6"/>
            <a:endCxn id="457" idx="2"/>
          </p:cNvCxnSpPr>
          <p:nvPr/>
        </p:nvCxnSpPr>
        <p:spPr>
          <a:xfrm flipV="1">
            <a:off x="12071773" y="788670"/>
            <a:ext cx="840741" cy="1278745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8" name="直線コネクタ 497">
            <a:extLst>
              <a:ext uri="{FF2B5EF4-FFF2-40B4-BE49-F238E27FC236}">
                <a16:creationId xmlns:a16="http://schemas.microsoft.com/office/drawing/2014/main" id="{FC9EE66F-5EA8-3303-5DBD-29C888B6F275}"/>
              </a:ext>
            </a:extLst>
          </p:cNvPr>
          <p:cNvCxnSpPr>
            <a:cxnSpLocks/>
            <a:stCxn id="455" idx="6"/>
            <a:endCxn id="458" idx="2"/>
          </p:cNvCxnSpPr>
          <p:nvPr/>
        </p:nvCxnSpPr>
        <p:spPr>
          <a:xfrm flipV="1">
            <a:off x="12071773" y="1311910"/>
            <a:ext cx="840741" cy="23368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9" name="直線コネクタ 498">
            <a:extLst>
              <a:ext uri="{FF2B5EF4-FFF2-40B4-BE49-F238E27FC236}">
                <a16:creationId xmlns:a16="http://schemas.microsoft.com/office/drawing/2014/main" id="{FFBF3DF0-DB3D-F482-CB67-88FBC0139EF4}"/>
              </a:ext>
            </a:extLst>
          </p:cNvPr>
          <p:cNvCxnSpPr>
            <a:cxnSpLocks/>
            <a:stCxn id="454" idx="6"/>
            <a:endCxn id="458" idx="2"/>
          </p:cNvCxnSpPr>
          <p:nvPr/>
        </p:nvCxnSpPr>
        <p:spPr>
          <a:xfrm>
            <a:off x="12071773" y="1022350"/>
            <a:ext cx="840741" cy="28956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テキスト ボックス 499">
                <a:extLst>
                  <a:ext uri="{FF2B5EF4-FFF2-40B4-BE49-F238E27FC236}">
                    <a16:creationId xmlns:a16="http://schemas.microsoft.com/office/drawing/2014/main" id="{B0456C01-BF66-B786-7F27-94BC763CD169}"/>
                  </a:ext>
                </a:extLst>
              </p:cNvPr>
              <p:cNvSpPr txBox="1"/>
              <p:nvPr/>
            </p:nvSpPr>
            <p:spPr>
              <a:xfrm>
                <a:off x="9783472" y="715855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0" name="テキスト ボックス 499">
                <a:extLst>
                  <a:ext uri="{FF2B5EF4-FFF2-40B4-BE49-F238E27FC236}">
                    <a16:creationId xmlns:a16="http://schemas.microsoft.com/office/drawing/2014/main" id="{B0456C01-BF66-B786-7F27-94BC763CD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472" y="715855"/>
                <a:ext cx="123688" cy="123111"/>
              </a:xfrm>
              <a:prstGeom prst="rect">
                <a:avLst/>
              </a:prstGeom>
              <a:blipFill>
                <a:blip r:embed="rId2"/>
                <a:stretch>
                  <a:fillRect l="-15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テキスト ボックス 500">
                <a:extLst>
                  <a:ext uri="{FF2B5EF4-FFF2-40B4-BE49-F238E27FC236}">
                    <a16:creationId xmlns:a16="http://schemas.microsoft.com/office/drawing/2014/main" id="{523A99FB-998D-439A-0C7C-3A4B1D577494}"/>
                  </a:ext>
                </a:extLst>
              </p:cNvPr>
              <p:cNvSpPr txBox="1"/>
              <p:nvPr/>
            </p:nvSpPr>
            <p:spPr>
              <a:xfrm>
                <a:off x="9783471" y="1236465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1" name="テキスト ボックス 500">
                <a:extLst>
                  <a:ext uri="{FF2B5EF4-FFF2-40B4-BE49-F238E27FC236}">
                    <a16:creationId xmlns:a16="http://schemas.microsoft.com/office/drawing/2014/main" id="{523A99FB-998D-439A-0C7C-3A4B1D577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471" y="1236465"/>
                <a:ext cx="126060" cy="123111"/>
              </a:xfrm>
              <a:prstGeom prst="rect">
                <a:avLst/>
              </a:prstGeom>
              <a:blipFill>
                <a:blip r:embed="rId3"/>
                <a:stretch>
                  <a:fillRect l="-14286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テキスト ボックス 501">
                <a:extLst>
                  <a:ext uri="{FF2B5EF4-FFF2-40B4-BE49-F238E27FC236}">
                    <a16:creationId xmlns:a16="http://schemas.microsoft.com/office/drawing/2014/main" id="{F954C7B9-D618-FC06-5CDE-4627D2C994EE}"/>
                  </a:ext>
                </a:extLst>
              </p:cNvPr>
              <p:cNvSpPr txBox="1"/>
              <p:nvPr/>
            </p:nvSpPr>
            <p:spPr>
              <a:xfrm>
                <a:off x="9780295" y="1761883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2" name="テキスト ボックス 501">
                <a:extLst>
                  <a:ext uri="{FF2B5EF4-FFF2-40B4-BE49-F238E27FC236}">
                    <a16:creationId xmlns:a16="http://schemas.microsoft.com/office/drawing/2014/main" id="{F954C7B9-D618-FC06-5CDE-4627D2C99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295" y="1761883"/>
                <a:ext cx="126060" cy="123111"/>
              </a:xfrm>
              <a:prstGeom prst="rect">
                <a:avLst/>
              </a:prstGeom>
              <a:blipFill>
                <a:blip r:embed="rId4"/>
                <a:stretch>
                  <a:fillRect l="-9524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テキスト ボックス 502">
                <a:extLst>
                  <a:ext uri="{FF2B5EF4-FFF2-40B4-BE49-F238E27FC236}">
                    <a16:creationId xmlns:a16="http://schemas.microsoft.com/office/drawing/2014/main" id="{630B9485-1C0C-1EDA-6C0C-91E170C6C0E7}"/>
                  </a:ext>
                </a:extLst>
              </p:cNvPr>
              <p:cNvSpPr txBox="1"/>
              <p:nvPr/>
            </p:nvSpPr>
            <p:spPr>
              <a:xfrm>
                <a:off x="10844070" y="433257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3" name="テキスト ボックス 502">
                <a:extLst>
                  <a:ext uri="{FF2B5EF4-FFF2-40B4-BE49-F238E27FC236}">
                    <a16:creationId xmlns:a16="http://schemas.microsoft.com/office/drawing/2014/main" id="{630B9485-1C0C-1EDA-6C0C-91E170C6C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070" y="433257"/>
                <a:ext cx="118815" cy="123111"/>
              </a:xfrm>
              <a:prstGeom prst="rect">
                <a:avLst/>
              </a:prstGeom>
              <a:blipFill>
                <a:blip r:embed="rId5"/>
                <a:stretch>
                  <a:fillRect l="-26316" r="-1578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テキスト ボックス 503">
                <a:extLst>
                  <a:ext uri="{FF2B5EF4-FFF2-40B4-BE49-F238E27FC236}">
                    <a16:creationId xmlns:a16="http://schemas.microsoft.com/office/drawing/2014/main" id="{F0C08C1D-636B-528A-F4BA-3964CAFC9F1C}"/>
                  </a:ext>
                </a:extLst>
              </p:cNvPr>
              <p:cNvSpPr txBox="1"/>
              <p:nvPr/>
            </p:nvSpPr>
            <p:spPr>
              <a:xfrm>
                <a:off x="10841698" y="962170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4" name="テキスト ボックス 503">
                <a:extLst>
                  <a:ext uri="{FF2B5EF4-FFF2-40B4-BE49-F238E27FC236}">
                    <a16:creationId xmlns:a16="http://schemas.microsoft.com/office/drawing/2014/main" id="{F0C08C1D-636B-528A-F4BA-3964CAFC9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698" y="962170"/>
                <a:ext cx="121187" cy="123111"/>
              </a:xfrm>
              <a:prstGeom prst="rect">
                <a:avLst/>
              </a:prstGeom>
              <a:blipFill>
                <a:blip r:embed="rId6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テキスト ボックス 504">
                <a:extLst>
                  <a:ext uri="{FF2B5EF4-FFF2-40B4-BE49-F238E27FC236}">
                    <a16:creationId xmlns:a16="http://schemas.microsoft.com/office/drawing/2014/main" id="{382F00F7-B9C5-9207-AF2D-71398AA2A8BA}"/>
                  </a:ext>
                </a:extLst>
              </p:cNvPr>
              <p:cNvSpPr txBox="1"/>
              <p:nvPr/>
            </p:nvSpPr>
            <p:spPr>
              <a:xfrm>
                <a:off x="10838459" y="1487671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5" name="テキスト ボックス 504">
                <a:extLst>
                  <a:ext uri="{FF2B5EF4-FFF2-40B4-BE49-F238E27FC236}">
                    <a16:creationId xmlns:a16="http://schemas.microsoft.com/office/drawing/2014/main" id="{382F00F7-B9C5-9207-AF2D-71398AA2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459" y="1487671"/>
                <a:ext cx="121187" cy="123111"/>
              </a:xfrm>
              <a:prstGeom prst="rect">
                <a:avLst/>
              </a:prstGeom>
              <a:blipFill>
                <a:blip r:embed="rId7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テキスト ボックス 505">
                <a:extLst>
                  <a:ext uri="{FF2B5EF4-FFF2-40B4-BE49-F238E27FC236}">
                    <a16:creationId xmlns:a16="http://schemas.microsoft.com/office/drawing/2014/main" id="{4991F6EB-4545-32BC-0479-14D3933942F8}"/>
                  </a:ext>
                </a:extLst>
              </p:cNvPr>
              <p:cNvSpPr txBox="1"/>
              <p:nvPr/>
            </p:nvSpPr>
            <p:spPr>
              <a:xfrm>
                <a:off x="10842716" y="2007078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6" name="テキスト ボックス 505">
                <a:extLst>
                  <a:ext uri="{FF2B5EF4-FFF2-40B4-BE49-F238E27FC236}">
                    <a16:creationId xmlns:a16="http://schemas.microsoft.com/office/drawing/2014/main" id="{4991F6EB-4545-32BC-0479-14D393394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716" y="2007078"/>
                <a:ext cx="121187" cy="123111"/>
              </a:xfrm>
              <a:prstGeom prst="rect">
                <a:avLst/>
              </a:prstGeom>
              <a:blipFill>
                <a:blip r:embed="rId8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テキスト ボックス 506">
                <a:extLst>
                  <a:ext uri="{FF2B5EF4-FFF2-40B4-BE49-F238E27FC236}">
                    <a16:creationId xmlns:a16="http://schemas.microsoft.com/office/drawing/2014/main" id="{909DFD9E-6AED-CF9B-F171-6EAF3D499158}"/>
                  </a:ext>
                </a:extLst>
              </p:cNvPr>
              <p:cNvSpPr txBox="1"/>
              <p:nvPr/>
            </p:nvSpPr>
            <p:spPr>
              <a:xfrm>
                <a:off x="11911404" y="429209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7" name="テキスト ボックス 506">
                <a:extLst>
                  <a:ext uri="{FF2B5EF4-FFF2-40B4-BE49-F238E27FC236}">
                    <a16:creationId xmlns:a16="http://schemas.microsoft.com/office/drawing/2014/main" id="{909DFD9E-6AED-CF9B-F171-6EAF3D499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1404" y="429209"/>
                <a:ext cx="109965" cy="123111"/>
              </a:xfrm>
              <a:prstGeom prst="rect">
                <a:avLst/>
              </a:prstGeom>
              <a:blipFill>
                <a:blip r:embed="rId9"/>
                <a:stretch>
                  <a:fillRect l="-16667" r="-1666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CCEE9F5F-BB76-3593-625D-7799A534B508}"/>
                  </a:ext>
                </a:extLst>
              </p:cNvPr>
              <p:cNvSpPr txBox="1"/>
              <p:nvPr/>
            </p:nvSpPr>
            <p:spPr>
              <a:xfrm>
                <a:off x="11904798" y="951771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CCEE9F5F-BB76-3593-625D-7799A534B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798" y="951771"/>
                <a:ext cx="112338" cy="123111"/>
              </a:xfrm>
              <a:prstGeom prst="rect">
                <a:avLst/>
              </a:prstGeom>
              <a:blipFill>
                <a:blip r:embed="rId10"/>
                <a:stretch>
                  <a:fillRect l="-16667" r="-16667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テキスト ボックス 508">
                <a:extLst>
                  <a:ext uri="{FF2B5EF4-FFF2-40B4-BE49-F238E27FC236}">
                    <a16:creationId xmlns:a16="http://schemas.microsoft.com/office/drawing/2014/main" id="{A4B7AA19-23FF-0FA0-C5AA-C61A1E7D708A}"/>
                  </a:ext>
                </a:extLst>
              </p:cNvPr>
              <p:cNvSpPr txBox="1"/>
              <p:nvPr/>
            </p:nvSpPr>
            <p:spPr>
              <a:xfrm>
                <a:off x="11905793" y="147515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09" name="テキスト ボックス 508">
                <a:extLst>
                  <a:ext uri="{FF2B5EF4-FFF2-40B4-BE49-F238E27FC236}">
                    <a16:creationId xmlns:a16="http://schemas.microsoft.com/office/drawing/2014/main" id="{A4B7AA19-23FF-0FA0-C5AA-C61A1E7D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5793" y="1475155"/>
                <a:ext cx="112338" cy="123111"/>
              </a:xfrm>
              <a:prstGeom prst="rect">
                <a:avLst/>
              </a:prstGeom>
              <a:blipFill>
                <a:blip r:embed="rId11"/>
                <a:stretch>
                  <a:fillRect l="-11111" r="-22222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テキスト ボックス 509">
                <a:extLst>
                  <a:ext uri="{FF2B5EF4-FFF2-40B4-BE49-F238E27FC236}">
                    <a16:creationId xmlns:a16="http://schemas.microsoft.com/office/drawing/2014/main" id="{93711057-5572-D529-8500-C9FBD111A018}"/>
                  </a:ext>
                </a:extLst>
              </p:cNvPr>
              <p:cNvSpPr txBox="1"/>
              <p:nvPr/>
            </p:nvSpPr>
            <p:spPr>
              <a:xfrm>
                <a:off x="11903730" y="1993213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0" name="テキスト ボックス 509">
                <a:extLst>
                  <a:ext uri="{FF2B5EF4-FFF2-40B4-BE49-F238E27FC236}">
                    <a16:creationId xmlns:a16="http://schemas.microsoft.com/office/drawing/2014/main" id="{93711057-5572-D529-8500-C9FBD111A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3730" y="1993213"/>
                <a:ext cx="112338" cy="123111"/>
              </a:xfrm>
              <a:prstGeom prst="rect">
                <a:avLst/>
              </a:prstGeom>
              <a:blipFill>
                <a:blip r:embed="rId12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1" name="楕円 510">
            <a:extLst>
              <a:ext uri="{FF2B5EF4-FFF2-40B4-BE49-F238E27FC236}">
                <a16:creationId xmlns:a16="http://schemas.microsoft.com/office/drawing/2014/main" id="{C1D603C9-0B45-C426-C327-0E8C5EA0A2F7}"/>
              </a:ext>
            </a:extLst>
          </p:cNvPr>
          <p:cNvSpPr/>
          <p:nvPr/>
        </p:nvSpPr>
        <p:spPr>
          <a:xfrm>
            <a:off x="12909746" y="1728894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テキスト ボックス 511">
                <a:extLst>
                  <a:ext uri="{FF2B5EF4-FFF2-40B4-BE49-F238E27FC236}">
                    <a16:creationId xmlns:a16="http://schemas.microsoft.com/office/drawing/2014/main" id="{265AF1D8-2C08-666D-0B25-A68B5C0C5F38}"/>
                  </a:ext>
                </a:extLst>
              </p:cNvPr>
              <p:cNvSpPr txBox="1"/>
              <p:nvPr/>
            </p:nvSpPr>
            <p:spPr>
              <a:xfrm>
                <a:off x="12965864" y="720089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2" name="テキスト ボックス 511">
                <a:extLst>
                  <a:ext uri="{FF2B5EF4-FFF2-40B4-BE49-F238E27FC236}">
                    <a16:creationId xmlns:a16="http://schemas.microsoft.com/office/drawing/2014/main" id="{265AF1D8-2C08-666D-0B25-A68B5C0C5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864" y="720089"/>
                <a:ext cx="125291" cy="123111"/>
              </a:xfrm>
              <a:prstGeom prst="rect">
                <a:avLst/>
              </a:prstGeom>
              <a:blipFill>
                <a:blip r:embed="rId13"/>
                <a:stretch>
                  <a:fillRect l="-25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3" name="テキスト ボックス 512">
                <a:extLst>
                  <a:ext uri="{FF2B5EF4-FFF2-40B4-BE49-F238E27FC236}">
                    <a16:creationId xmlns:a16="http://schemas.microsoft.com/office/drawing/2014/main" id="{03BBA3ED-A42F-EE30-4595-4242A9F8927D}"/>
                  </a:ext>
                </a:extLst>
              </p:cNvPr>
              <p:cNvSpPr txBox="1"/>
              <p:nvPr/>
            </p:nvSpPr>
            <p:spPr>
              <a:xfrm>
                <a:off x="12965863" y="1240699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3" name="テキスト ボックス 512">
                <a:extLst>
                  <a:ext uri="{FF2B5EF4-FFF2-40B4-BE49-F238E27FC236}">
                    <a16:creationId xmlns:a16="http://schemas.microsoft.com/office/drawing/2014/main" id="{03BBA3ED-A42F-EE30-4595-4242A9F89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863" y="1240699"/>
                <a:ext cx="127664" cy="123111"/>
              </a:xfrm>
              <a:prstGeom prst="rect">
                <a:avLst/>
              </a:prstGeom>
              <a:blipFill>
                <a:blip r:embed="rId14"/>
                <a:stretch>
                  <a:fillRect l="-23810" t="-5000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4" name="テキスト ボックス 513">
                <a:extLst>
                  <a:ext uri="{FF2B5EF4-FFF2-40B4-BE49-F238E27FC236}">
                    <a16:creationId xmlns:a16="http://schemas.microsoft.com/office/drawing/2014/main" id="{7C860618-1D37-3A79-78BC-97AD05BBDE73}"/>
                  </a:ext>
                </a:extLst>
              </p:cNvPr>
              <p:cNvSpPr txBox="1"/>
              <p:nvPr/>
            </p:nvSpPr>
            <p:spPr>
              <a:xfrm>
                <a:off x="12962687" y="1766117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514" name="テキスト ボックス 513">
                <a:extLst>
                  <a:ext uri="{FF2B5EF4-FFF2-40B4-BE49-F238E27FC236}">
                    <a16:creationId xmlns:a16="http://schemas.microsoft.com/office/drawing/2014/main" id="{7C860618-1D37-3A79-78BC-97AD05BBD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2687" y="1766117"/>
                <a:ext cx="127664" cy="123111"/>
              </a:xfrm>
              <a:prstGeom prst="rect">
                <a:avLst/>
              </a:prstGeom>
              <a:blipFill>
                <a:blip r:embed="rId15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5" name="テキスト ボックス 514">
                <a:extLst>
                  <a:ext uri="{FF2B5EF4-FFF2-40B4-BE49-F238E27FC236}">
                    <a16:creationId xmlns:a16="http://schemas.microsoft.com/office/drawing/2014/main" id="{5DFAA20A-465A-B2F6-B6F8-49701928563C}"/>
                  </a:ext>
                </a:extLst>
              </p:cNvPr>
              <p:cNvSpPr txBox="1"/>
              <p:nvPr/>
            </p:nvSpPr>
            <p:spPr>
              <a:xfrm>
                <a:off x="10385609" y="470958"/>
                <a:ext cx="164724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5" name="テキスト ボックス 514">
                <a:extLst>
                  <a:ext uri="{FF2B5EF4-FFF2-40B4-BE49-F238E27FC236}">
                    <a16:creationId xmlns:a16="http://schemas.microsoft.com/office/drawing/2014/main" id="{5DFAA20A-465A-B2F6-B6F8-49701928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609" y="470958"/>
                <a:ext cx="164724" cy="115288"/>
              </a:xfrm>
              <a:prstGeom prst="rect">
                <a:avLst/>
              </a:prstGeom>
              <a:blipFill>
                <a:blip r:embed="rId16"/>
                <a:stretch>
                  <a:fillRect l="-11111" r="-11111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テキスト ボックス 515">
                <a:extLst>
                  <a:ext uri="{FF2B5EF4-FFF2-40B4-BE49-F238E27FC236}">
                    <a16:creationId xmlns:a16="http://schemas.microsoft.com/office/drawing/2014/main" id="{3A7A41BB-D844-D338-F222-0196D9BD2F9D}"/>
                  </a:ext>
                </a:extLst>
              </p:cNvPr>
              <p:cNvSpPr txBox="1"/>
              <p:nvPr/>
            </p:nvSpPr>
            <p:spPr>
              <a:xfrm>
                <a:off x="10400036" y="634118"/>
                <a:ext cx="16472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6" name="テキスト ボックス 515">
                <a:extLst>
                  <a:ext uri="{FF2B5EF4-FFF2-40B4-BE49-F238E27FC236}">
                    <a16:creationId xmlns:a16="http://schemas.microsoft.com/office/drawing/2014/main" id="{3A7A41BB-D844-D338-F222-0196D9BD2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036" y="634118"/>
                <a:ext cx="164724" cy="115416"/>
              </a:xfrm>
              <a:prstGeom prst="rect">
                <a:avLst/>
              </a:prstGeom>
              <a:blipFill>
                <a:blip r:embed="rId17"/>
                <a:stretch>
                  <a:fillRect l="-7407" r="-1481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テキスト ボックス 516">
                <a:extLst>
                  <a:ext uri="{FF2B5EF4-FFF2-40B4-BE49-F238E27FC236}">
                    <a16:creationId xmlns:a16="http://schemas.microsoft.com/office/drawing/2014/main" id="{9E4B1B08-1796-A2A1-917A-6C1CBDC4085E}"/>
                  </a:ext>
                </a:extLst>
              </p:cNvPr>
              <p:cNvSpPr txBox="1"/>
              <p:nvPr/>
            </p:nvSpPr>
            <p:spPr>
              <a:xfrm>
                <a:off x="10636893" y="710886"/>
                <a:ext cx="16472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7" name="テキスト ボックス 516">
                <a:extLst>
                  <a:ext uri="{FF2B5EF4-FFF2-40B4-BE49-F238E27FC236}">
                    <a16:creationId xmlns:a16="http://schemas.microsoft.com/office/drawing/2014/main" id="{9E4B1B08-1796-A2A1-917A-6C1CBDC40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893" y="710886"/>
                <a:ext cx="164725" cy="115866"/>
              </a:xfrm>
              <a:prstGeom prst="rect">
                <a:avLst/>
              </a:prstGeom>
              <a:blipFill>
                <a:blip r:embed="rId18"/>
                <a:stretch>
                  <a:fillRect l="-11111" t="-5263" r="-11111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8" name="テキスト ボックス 517">
                <a:extLst>
                  <a:ext uri="{FF2B5EF4-FFF2-40B4-BE49-F238E27FC236}">
                    <a16:creationId xmlns:a16="http://schemas.microsoft.com/office/drawing/2014/main" id="{C5DF4517-EF4D-0D2F-C260-D38A4F58C40D}"/>
                  </a:ext>
                </a:extLst>
              </p:cNvPr>
              <p:cNvSpPr txBox="1"/>
              <p:nvPr/>
            </p:nvSpPr>
            <p:spPr>
              <a:xfrm>
                <a:off x="10625733" y="1721581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8" name="テキスト ボックス 517">
                <a:extLst>
                  <a:ext uri="{FF2B5EF4-FFF2-40B4-BE49-F238E27FC236}">
                    <a16:creationId xmlns:a16="http://schemas.microsoft.com/office/drawing/2014/main" id="{C5DF4517-EF4D-0D2F-C260-D38A4F58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733" y="1721581"/>
                <a:ext cx="164725" cy="119456"/>
              </a:xfrm>
              <a:prstGeom prst="rect">
                <a:avLst/>
              </a:prstGeom>
              <a:blipFill>
                <a:blip r:embed="rId19"/>
                <a:stretch>
                  <a:fillRect l="-7407" r="-14815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テキスト ボックス 518">
                <a:extLst>
                  <a:ext uri="{FF2B5EF4-FFF2-40B4-BE49-F238E27FC236}">
                    <a16:creationId xmlns:a16="http://schemas.microsoft.com/office/drawing/2014/main" id="{B167E01D-1858-3BE7-92EB-3E8176450321}"/>
                  </a:ext>
                </a:extLst>
              </p:cNvPr>
              <p:cNvSpPr txBox="1"/>
              <p:nvPr/>
            </p:nvSpPr>
            <p:spPr>
              <a:xfrm>
                <a:off x="10342595" y="1794463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19" name="テキスト ボックス 518">
                <a:extLst>
                  <a:ext uri="{FF2B5EF4-FFF2-40B4-BE49-F238E27FC236}">
                    <a16:creationId xmlns:a16="http://schemas.microsoft.com/office/drawing/2014/main" id="{B167E01D-1858-3BE7-92EB-3E8176450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2595" y="1794463"/>
                <a:ext cx="164725" cy="119456"/>
              </a:xfrm>
              <a:prstGeom prst="rect">
                <a:avLst/>
              </a:prstGeom>
              <a:blipFill>
                <a:blip r:embed="rId20"/>
                <a:stretch>
                  <a:fillRect l="-11111" r="-11111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0" name="テキスト ボックス 519">
                <a:extLst>
                  <a:ext uri="{FF2B5EF4-FFF2-40B4-BE49-F238E27FC236}">
                    <a16:creationId xmlns:a16="http://schemas.microsoft.com/office/drawing/2014/main" id="{8B46C5CE-4D63-0692-7ADA-AC0D2A910C73}"/>
                  </a:ext>
                </a:extLst>
              </p:cNvPr>
              <p:cNvSpPr txBox="1"/>
              <p:nvPr/>
            </p:nvSpPr>
            <p:spPr>
              <a:xfrm>
                <a:off x="10408916" y="2004363"/>
                <a:ext cx="16472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0" name="テキスト ボックス 519">
                <a:extLst>
                  <a:ext uri="{FF2B5EF4-FFF2-40B4-BE49-F238E27FC236}">
                    <a16:creationId xmlns:a16="http://schemas.microsoft.com/office/drawing/2014/main" id="{8B46C5CE-4D63-0692-7ADA-AC0D2A91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916" y="2004363"/>
                <a:ext cx="164725" cy="119456"/>
              </a:xfrm>
              <a:prstGeom prst="rect">
                <a:avLst/>
              </a:prstGeom>
              <a:blipFill>
                <a:blip r:embed="rId21"/>
                <a:stretch>
                  <a:fillRect l="-7143" t="-5263" r="-10714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1" name="テキスト ボックス 520">
                <a:extLst>
                  <a:ext uri="{FF2B5EF4-FFF2-40B4-BE49-F238E27FC236}">
                    <a16:creationId xmlns:a16="http://schemas.microsoft.com/office/drawing/2014/main" id="{492D3DAF-FC9A-1925-3EB1-1A20DF716C57}"/>
                  </a:ext>
                </a:extLst>
              </p:cNvPr>
              <p:cNvSpPr txBox="1"/>
              <p:nvPr/>
            </p:nvSpPr>
            <p:spPr>
              <a:xfrm>
                <a:off x="11488003" y="375476"/>
                <a:ext cx="181075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1" name="テキスト ボックス 520">
                <a:extLst>
                  <a:ext uri="{FF2B5EF4-FFF2-40B4-BE49-F238E27FC236}">
                    <a16:creationId xmlns:a16="http://schemas.microsoft.com/office/drawing/2014/main" id="{492D3DAF-FC9A-1925-3EB1-1A20DF716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003" y="375476"/>
                <a:ext cx="181075" cy="115288"/>
              </a:xfrm>
              <a:prstGeom prst="rect">
                <a:avLst/>
              </a:prstGeom>
              <a:blipFill>
                <a:blip r:embed="rId22"/>
                <a:stretch>
                  <a:fillRect l="-13793" t="-10526" r="-10345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2" name="テキスト ボックス 521">
                <a:extLst>
                  <a:ext uri="{FF2B5EF4-FFF2-40B4-BE49-F238E27FC236}">
                    <a16:creationId xmlns:a16="http://schemas.microsoft.com/office/drawing/2014/main" id="{E581FAD2-4E50-0A89-B480-CBC6C79E7D54}"/>
                  </a:ext>
                </a:extLst>
              </p:cNvPr>
              <p:cNvSpPr txBox="1"/>
              <p:nvPr/>
            </p:nvSpPr>
            <p:spPr>
              <a:xfrm>
                <a:off x="11421159" y="567499"/>
                <a:ext cx="181075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2" name="テキスト ボックス 521">
                <a:extLst>
                  <a:ext uri="{FF2B5EF4-FFF2-40B4-BE49-F238E27FC236}">
                    <a16:creationId xmlns:a16="http://schemas.microsoft.com/office/drawing/2014/main" id="{E581FAD2-4E50-0A89-B480-CBC6C79E7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1159" y="567499"/>
                <a:ext cx="181075" cy="115416"/>
              </a:xfrm>
              <a:prstGeom prst="rect">
                <a:avLst/>
              </a:prstGeom>
              <a:blipFill>
                <a:blip r:embed="rId23"/>
                <a:stretch>
                  <a:fillRect l="-13793" t="-526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3" name="テキスト ボックス 522">
                <a:extLst>
                  <a:ext uri="{FF2B5EF4-FFF2-40B4-BE49-F238E27FC236}">
                    <a16:creationId xmlns:a16="http://schemas.microsoft.com/office/drawing/2014/main" id="{14BBB742-BE2C-CD77-CDEE-5E35F44F08C2}"/>
                  </a:ext>
                </a:extLst>
              </p:cNvPr>
              <p:cNvSpPr txBox="1"/>
              <p:nvPr/>
            </p:nvSpPr>
            <p:spPr>
              <a:xfrm>
                <a:off x="11524662" y="678180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3" name="テキスト ボックス 522">
                <a:extLst>
                  <a:ext uri="{FF2B5EF4-FFF2-40B4-BE49-F238E27FC236}">
                    <a16:creationId xmlns:a16="http://schemas.microsoft.com/office/drawing/2014/main" id="{14BBB742-BE2C-CD77-CDEE-5E35F44F0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4662" y="678180"/>
                <a:ext cx="181075" cy="115866"/>
              </a:xfrm>
              <a:prstGeom prst="rect">
                <a:avLst/>
              </a:prstGeom>
              <a:blipFill>
                <a:blip r:embed="rId24"/>
                <a:stretch>
                  <a:fillRect l="-13793" t="-526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4" name="テキスト ボックス 523">
                <a:extLst>
                  <a:ext uri="{FF2B5EF4-FFF2-40B4-BE49-F238E27FC236}">
                    <a16:creationId xmlns:a16="http://schemas.microsoft.com/office/drawing/2014/main" id="{5DB20CBC-FC08-0741-9CC6-B63A1951A2F0}"/>
                  </a:ext>
                </a:extLst>
              </p:cNvPr>
              <p:cNvSpPr txBox="1"/>
              <p:nvPr/>
            </p:nvSpPr>
            <p:spPr>
              <a:xfrm>
                <a:off x="11728918" y="710271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4" name="テキスト ボックス 523">
                <a:extLst>
                  <a:ext uri="{FF2B5EF4-FFF2-40B4-BE49-F238E27FC236}">
                    <a16:creationId xmlns:a16="http://schemas.microsoft.com/office/drawing/2014/main" id="{5DB20CBC-FC08-0741-9CC6-B63A1951A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8918" y="710271"/>
                <a:ext cx="181075" cy="115866"/>
              </a:xfrm>
              <a:prstGeom prst="rect">
                <a:avLst/>
              </a:prstGeom>
              <a:blipFill>
                <a:blip r:embed="rId25"/>
                <a:stretch>
                  <a:fillRect l="-13333" t="-10526" r="-10000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5" name="テキスト ボックス 524">
                <a:extLst>
                  <a:ext uri="{FF2B5EF4-FFF2-40B4-BE49-F238E27FC236}">
                    <a16:creationId xmlns:a16="http://schemas.microsoft.com/office/drawing/2014/main" id="{81013A6B-BCB7-5D35-A2EE-67E29A141FE9}"/>
                  </a:ext>
                </a:extLst>
              </p:cNvPr>
              <p:cNvSpPr txBox="1"/>
              <p:nvPr/>
            </p:nvSpPr>
            <p:spPr>
              <a:xfrm>
                <a:off x="11696393" y="1704014"/>
                <a:ext cx="181075" cy="115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5" name="テキスト ボックス 524">
                <a:extLst>
                  <a:ext uri="{FF2B5EF4-FFF2-40B4-BE49-F238E27FC236}">
                    <a16:creationId xmlns:a16="http://schemas.microsoft.com/office/drawing/2014/main" id="{81013A6B-BCB7-5D35-A2EE-67E29A141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393" y="1704014"/>
                <a:ext cx="181075" cy="115737"/>
              </a:xfrm>
              <a:prstGeom prst="rect">
                <a:avLst/>
              </a:prstGeom>
              <a:blipFill>
                <a:blip r:embed="rId26"/>
                <a:stretch>
                  <a:fillRect l="-13793" t="-10526" r="-10345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" name="テキスト ボックス 525">
                <a:extLst>
                  <a:ext uri="{FF2B5EF4-FFF2-40B4-BE49-F238E27FC236}">
                    <a16:creationId xmlns:a16="http://schemas.microsoft.com/office/drawing/2014/main" id="{EB4F1587-FB00-B0FE-5C7D-B5F7A680DCED}"/>
                  </a:ext>
                </a:extLst>
              </p:cNvPr>
              <p:cNvSpPr txBox="1"/>
              <p:nvPr/>
            </p:nvSpPr>
            <p:spPr>
              <a:xfrm>
                <a:off x="11491689" y="1745881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6" name="テキスト ボックス 525">
                <a:extLst>
                  <a:ext uri="{FF2B5EF4-FFF2-40B4-BE49-F238E27FC236}">
                    <a16:creationId xmlns:a16="http://schemas.microsoft.com/office/drawing/2014/main" id="{EB4F1587-FB00-B0FE-5C7D-B5F7A680D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689" y="1745881"/>
                <a:ext cx="181075" cy="115866"/>
              </a:xfrm>
              <a:prstGeom prst="rect">
                <a:avLst/>
              </a:prstGeom>
              <a:blipFill>
                <a:blip r:embed="rId27"/>
                <a:stretch>
                  <a:fillRect l="-13333" t="-5263" r="-10000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テキスト ボックス 526">
                <a:extLst>
                  <a:ext uri="{FF2B5EF4-FFF2-40B4-BE49-F238E27FC236}">
                    <a16:creationId xmlns:a16="http://schemas.microsoft.com/office/drawing/2014/main" id="{30C09C9B-7996-1C41-F08F-BEA44927C749}"/>
                  </a:ext>
                </a:extLst>
              </p:cNvPr>
              <p:cNvSpPr txBox="1"/>
              <p:nvPr/>
            </p:nvSpPr>
            <p:spPr>
              <a:xfrm>
                <a:off x="11417140" y="1884994"/>
                <a:ext cx="181075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7" name="テキスト ボックス 526">
                <a:extLst>
                  <a:ext uri="{FF2B5EF4-FFF2-40B4-BE49-F238E27FC236}">
                    <a16:creationId xmlns:a16="http://schemas.microsoft.com/office/drawing/2014/main" id="{30C09C9B-7996-1C41-F08F-BEA44927C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140" y="1884994"/>
                <a:ext cx="181075" cy="115866"/>
              </a:xfrm>
              <a:prstGeom prst="rect">
                <a:avLst/>
              </a:prstGeom>
              <a:blipFill>
                <a:blip r:embed="rId28"/>
                <a:stretch>
                  <a:fillRect l="-13333" t="-5263" r="-666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テキスト ボックス 527">
                <a:extLst>
                  <a:ext uri="{FF2B5EF4-FFF2-40B4-BE49-F238E27FC236}">
                    <a16:creationId xmlns:a16="http://schemas.microsoft.com/office/drawing/2014/main" id="{6043446C-CF72-06B9-95F5-7EA593DCC57E}"/>
                  </a:ext>
                </a:extLst>
              </p:cNvPr>
              <p:cNvSpPr txBox="1"/>
              <p:nvPr/>
            </p:nvSpPr>
            <p:spPr>
              <a:xfrm>
                <a:off x="11417140" y="2062931"/>
                <a:ext cx="181075" cy="119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8" name="テキスト ボックス 527">
                <a:extLst>
                  <a:ext uri="{FF2B5EF4-FFF2-40B4-BE49-F238E27FC236}">
                    <a16:creationId xmlns:a16="http://schemas.microsoft.com/office/drawing/2014/main" id="{6043446C-CF72-06B9-95F5-7EA593DCC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140" y="2062931"/>
                <a:ext cx="181075" cy="119456"/>
              </a:xfrm>
              <a:prstGeom prst="rect">
                <a:avLst/>
              </a:prstGeom>
              <a:blipFill>
                <a:blip r:embed="rId29"/>
                <a:stretch>
                  <a:fillRect l="-13333" t="-5000" r="-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テキスト ボックス 528">
                <a:extLst>
                  <a:ext uri="{FF2B5EF4-FFF2-40B4-BE49-F238E27FC236}">
                    <a16:creationId xmlns:a16="http://schemas.microsoft.com/office/drawing/2014/main" id="{9D1802FB-AC39-E412-0840-3DCBF745F20B}"/>
                  </a:ext>
                </a:extLst>
              </p:cNvPr>
              <p:cNvSpPr txBox="1"/>
              <p:nvPr/>
            </p:nvSpPr>
            <p:spPr>
              <a:xfrm>
                <a:off x="12553215" y="554990"/>
                <a:ext cx="176523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29" name="テキスト ボックス 528">
                <a:extLst>
                  <a:ext uri="{FF2B5EF4-FFF2-40B4-BE49-F238E27FC236}">
                    <a16:creationId xmlns:a16="http://schemas.microsoft.com/office/drawing/2014/main" id="{9D1802FB-AC39-E412-0840-3DCBF745F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215" y="554990"/>
                <a:ext cx="176523" cy="115288"/>
              </a:xfrm>
              <a:prstGeom prst="rect">
                <a:avLst/>
              </a:prstGeom>
              <a:blipFill>
                <a:blip r:embed="rId30"/>
                <a:stretch>
                  <a:fillRect l="-13793" r="-10345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テキスト ボックス 529">
                <a:extLst>
                  <a:ext uri="{FF2B5EF4-FFF2-40B4-BE49-F238E27FC236}">
                    <a16:creationId xmlns:a16="http://schemas.microsoft.com/office/drawing/2014/main" id="{448C05C3-968C-F936-0371-3E67CE14165D}"/>
                  </a:ext>
                </a:extLst>
              </p:cNvPr>
              <p:cNvSpPr txBox="1"/>
              <p:nvPr/>
            </p:nvSpPr>
            <p:spPr>
              <a:xfrm>
                <a:off x="12510460" y="740833"/>
                <a:ext cx="17652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0" name="テキスト ボックス 529">
                <a:extLst>
                  <a:ext uri="{FF2B5EF4-FFF2-40B4-BE49-F238E27FC236}">
                    <a16:creationId xmlns:a16="http://schemas.microsoft.com/office/drawing/2014/main" id="{448C05C3-968C-F936-0371-3E67CE141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0460" y="740833"/>
                <a:ext cx="176523" cy="115416"/>
              </a:xfrm>
              <a:prstGeom prst="rect">
                <a:avLst/>
              </a:prstGeom>
              <a:blipFill>
                <a:blip r:embed="rId31"/>
                <a:stretch>
                  <a:fillRect l="-13793" t="-5556" r="-10345" b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テキスト ボックス 530">
                <a:extLst>
                  <a:ext uri="{FF2B5EF4-FFF2-40B4-BE49-F238E27FC236}">
                    <a16:creationId xmlns:a16="http://schemas.microsoft.com/office/drawing/2014/main" id="{ECAD7430-84D7-0E7E-C2E7-743DDCF515E5}"/>
                  </a:ext>
                </a:extLst>
              </p:cNvPr>
              <p:cNvSpPr txBox="1"/>
              <p:nvPr/>
            </p:nvSpPr>
            <p:spPr>
              <a:xfrm>
                <a:off x="12569236" y="872192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1" name="テキスト ボックス 530">
                <a:extLst>
                  <a:ext uri="{FF2B5EF4-FFF2-40B4-BE49-F238E27FC236}">
                    <a16:creationId xmlns:a16="http://schemas.microsoft.com/office/drawing/2014/main" id="{ECAD7430-84D7-0E7E-C2E7-743DDCF51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9236" y="872192"/>
                <a:ext cx="176523" cy="115866"/>
              </a:xfrm>
              <a:prstGeom prst="rect">
                <a:avLst/>
              </a:prstGeom>
              <a:blipFill>
                <a:blip r:embed="rId32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2" name="テキスト ボックス 531">
                <a:extLst>
                  <a:ext uri="{FF2B5EF4-FFF2-40B4-BE49-F238E27FC236}">
                    <a16:creationId xmlns:a16="http://schemas.microsoft.com/office/drawing/2014/main" id="{E552A2BA-5201-68F5-11BF-0B63417A96CC}"/>
                  </a:ext>
                </a:extLst>
              </p:cNvPr>
              <p:cNvSpPr txBox="1"/>
              <p:nvPr/>
            </p:nvSpPr>
            <p:spPr>
              <a:xfrm>
                <a:off x="12781106" y="986981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2" name="テキスト ボックス 531">
                <a:extLst>
                  <a:ext uri="{FF2B5EF4-FFF2-40B4-BE49-F238E27FC236}">
                    <a16:creationId xmlns:a16="http://schemas.microsoft.com/office/drawing/2014/main" id="{E552A2BA-5201-68F5-11BF-0B63417A9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106" y="986981"/>
                <a:ext cx="176523" cy="115866"/>
              </a:xfrm>
              <a:prstGeom prst="rect">
                <a:avLst/>
              </a:prstGeom>
              <a:blipFill>
                <a:blip r:embed="rId33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3" name="テキスト ボックス 532">
                <a:extLst>
                  <a:ext uri="{FF2B5EF4-FFF2-40B4-BE49-F238E27FC236}">
                    <a16:creationId xmlns:a16="http://schemas.microsoft.com/office/drawing/2014/main" id="{ACECBDF0-5A6F-64D4-7598-0250F585C437}"/>
                  </a:ext>
                </a:extLst>
              </p:cNvPr>
              <p:cNvSpPr txBox="1"/>
              <p:nvPr/>
            </p:nvSpPr>
            <p:spPr>
              <a:xfrm>
                <a:off x="12781612" y="1522012"/>
                <a:ext cx="176523" cy="11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3" name="テキスト ボックス 532">
                <a:extLst>
                  <a:ext uri="{FF2B5EF4-FFF2-40B4-BE49-F238E27FC236}">
                    <a16:creationId xmlns:a16="http://schemas.microsoft.com/office/drawing/2014/main" id="{ACECBDF0-5A6F-64D4-7598-0250F585C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612" y="1522012"/>
                <a:ext cx="176523" cy="115288"/>
              </a:xfrm>
              <a:prstGeom prst="rect">
                <a:avLst/>
              </a:prstGeom>
              <a:blipFill>
                <a:blip r:embed="rId34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4" name="テキスト ボックス 533">
                <a:extLst>
                  <a:ext uri="{FF2B5EF4-FFF2-40B4-BE49-F238E27FC236}">
                    <a16:creationId xmlns:a16="http://schemas.microsoft.com/office/drawing/2014/main" id="{C81646E1-C045-FD6C-C3D2-B6B19E3A3887}"/>
                  </a:ext>
                </a:extLst>
              </p:cNvPr>
              <p:cNvSpPr txBox="1"/>
              <p:nvPr/>
            </p:nvSpPr>
            <p:spPr>
              <a:xfrm>
                <a:off x="12464827" y="1549477"/>
                <a:ext cx="17652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4" name="テキスト ボックス 533">
                <a:extLst>
                  <a:ext uri="{FF2B5EF4-FFF2-40B4-BE49-F238E27FC236}">
                    <a16:creationId xmlns:a16="http://schemas.microsoft.com/office/drawing/2014/main" id="{C81646E1-C045-FD6C-C3D2-B6B19E3A3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827" y="1549477"/>
                <a:ext cx="176523" cy="115416"/>
              </a:xfrm>
              <a:prstGeom prst="rect">
                <a:avLst/>
              </a:prstGeom>
              <a:blipFill>
                <a:blip r:embed="rId35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テキスト ボックス 534">
                <a:extLst>
                  <a:ext uri="{FF2B5EF4-FFF2-40B4-BE49-F238E27FC236}">
                    <a16:creationId xmlns:a16="http://schemas.microsoft.com/office/drawing/2014/main" id="{4EDD2FB2-5041-F0BF-63EB-887A874F6B26}"/>
                  </a:ext>
                </a:extLst>
              </p:cNvPr>
              <p:cNvSpPr txBox="1"/>
              <p:nvPr/>
            </p:nvSpPr>
            <p:spPr>
              <a:xfrm>
                <a:off x="12464890" y="1728894"/>
                <a:ext cx="176523" cy="11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5" name="テキスト ボックス 534">
                <a:extLst>
                  <a:ext uri="{FF2B5EF4-FFF2-40B4-BE49-F238E27FC236}">
                    <a16:creationId xmlns:a16="http://schemas.microsoft.com/office/drawing/2014/main" id="{4EDD2FB2-5041-F0BF-63EB-887A874F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890" y="1728894"/>
                <a:ext cx="176523" cy="115866"/>
              </a:xfrm>
              <a:prstGeom prst="rect">
                <a:avLst/>
              </a:prstGeom>
              <a:blipFill>
                <a:blip r:embed="rId36"/>
                <a:stretch>
                  <a:fillRect l="-13793" t="-5263" r="-6897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テキスト ボックス 535">
                <a:extLst>
                  <a:ext uri="{FF2B5EF4-FFF2-40B4-BE49-F238E27FC236}">
                    <a16:creationId xmlns:a16="http://schemas.microsoft.com/office/drawing/2014/main" id="{91B303CC-04D6-9FA7-43F3-59FD6990ACFB}"/>
                  </a:ext>
                </a:extLst>
              </p:cNvPr>
              <p:cNvSpPr txBox="1"/>
              <p:nvPr/>
            </p:nvSpPr>
            <p:spPr>
              <a:xfrm>
                <a:off x="12618181" y="1897197"/>
                <a:ext cx="176523" cy="1152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  <m:sup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ja-JP" sz="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ja-JP" altLang="en-US" sz="600" dirty="0"/>
              </a:p>
            </p:txBody>
          </p:sp>
        </mc:Choice>
        <mc:Fallback xmlns="">
          <p:sp>
            <p:nvSpPr>
              <p:cNvPr id="536" name="テキスト ボックス 535">
                <a:extLst>
                  <a:ext uri="{FF2B5EF4-FFF2-40B4-BE49-F238E27FC236}">
                    <a16:creationId xmlns:a16="http://schemas.microsoft.com/office/drawing/2014/main" id="{91B303CC-04D6-9FA7-43F3-59FD6990A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8181" y="1897197"/>
                <a:ext cx="176523" cy="115224"/>
              </a:xfrm>
              <a:prstGeom prst="rect">
                <a:avLst/>
              </a:prstGeom>
              <a:blipFill>
                <a:blip r:embed="rId37"/>
                <a:stretch>
                  <a:fillRect l="-13793" r="-6897" b="-2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0" name="楕円 629">
            <a:extLst>
              <a:ext uri="{FF2B5EF4-FFF2-40B4-BE49-F238E27FC236}">
                <a16:creationId xmlns:a16="http://schemas.microsoft.com/office/drawing/2014/main" id="{6B55F6B7-F2E7-8C5D-0E50-FE4AD223F58F}"/>
              </a:ext>
            </a:extLst>
          </p:cNvPr>
          <p:cNvSpPr/>
          <p:nvPr/>
        </p:nvSpPr>
        <p:spPr>
          <a:xfrm>
            <a:off x="462519" y="3329803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1" name="楕円 630">
            <a:extLst>
              <a:ext uri="{FF2B5EF4-FFF2-40B4-BE49-F238E27FC236}">
                <a16:creationId xmlns:a16="http://schemas.microsoft.com/office/drawing/2014/main" id="{2D5F330F-5252-10A5-2010-2878E0EB1D01}"/>
              </a:ext>
            </a:extLst>
          </p:cNvPr>
          <p:cNvSpPr/>
          <p:nvPr/>
        </p:nvSpPr>
        <p:spPr>
          <a:xfrm>
            <a:off x="462519" y="3853043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2" name="楕円 631">
            <a:extLst>
              <a:ext uri="{FF2B5EF4-FFF2-40B4-BE49-F238E27FC236}">
                <a16:creationId xmlns:a16="http://schemas.microsoft.com/office/drawing/2014/main" id="{9EC19644-1BD8-F72A-ADCC-24DE5FA6E643}"/>
              </a:ext>
            </a:extLst>
          </p:cNvPr>
          <p:cNvSpPr/>
          <p:nvPr/>
        </p:nvSpPr>
        <p:spPr>
          <a:xfrm>
            <a:off x="462519" y="4376283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3" name="楕円 632">
            <a:extLst>
              <a:ext uri="{FF2B5EF4-FFF2-40B4-BE49-F238E27FC236}">
                <a16:creationId xmlns:a16="http://schemas.microsoft.com/office/drawing/2014/main" id="{70E15AEA-82BC-BA34-7A36-79CD31E3145A}"/>
              </a:ext>
            </a:extLst>
          </p:cNvPr>
          <p:cNvSpPr/>
          <p:nvPr/>
        </p:nvSpPr>
        <p:spPr>
          <a:xfrm>
            <a:off x="1524239" y="3040243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4" name="楕円 633">
            <a:extLst>
              <a:ext uri="{FF2B5EF4-FFF2-40B4-BE49-F238E27FC236}">
                <a16:creationId xmlns:a16="http://schemas.microsoft.com/office/drawing/2014/main" id="{D82CE191-1291-8480-363D-2B19FEEDB1B8}"/>
              </a:ext>
            </a:extLst>
          </p:cNvPr>
          <p:cNvSpPr/>
          <p:nvPr/>
        </p:nvSpPr>
        <p:spPr>
          <a:xfrm>
            <a:off x="1524239" y="3563483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5" name="楕円 634">
            <a:extLst>
              <a:ext uri="{FF2B5EF4-FFF2-40B4-BE49-F238E27FC236}">
                <a16:creationId xmlns:a16="http://schemas.microsoft.com/office/drawing/2014/main" id="{EB1609FD-C7F0-79CE-BACA-003B8C9B6F97}"/>
              </a:ext>
            </a:extLst>
          </p:cNvPr>
          <p:cNvSpPr/>
          <p:nvPr/>
        </p:nvSpPr>
        <p:spPr>
          <a:xfrm>
            <a:off x="1524239" y="4086723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6" name="楕円 635">
            <a:extLst>
              <a:ext uri="{FF2B5EF4-FFF2-40B4-BE49-F238E27FC236}">
                <a16:creationId xmlns:a16="http://schemas.microsoft.com/office/drawing/2014/main" id="{2CD94082-29C8-3FE6-6C00-74C3396A521D}"/>
              </a:ext>
            </a:extLst>
          </p:cNvPr>
          <p:cNvSpPr/>
          <p:nvPr/>
        </p:nvSpPr>
        <p:spPr>
          <a:xfrm>
            <a:off x="1524239" y="4608548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7" name="楕円 636">
            <a:extLst>
              <a:ext uri="{FF2B5EF4-FFF2-40B4-BE49-F238E27FC236}">
                <a16:creationId xmlns:a16="http://schemas.microsoft.com/office/drawing/2014/main" id="{E6938EEF-9C94-643A-AEC5-62CE70E2DA28}"/>
              </a:ext>
            </a:extLst>
          </p:cNvPr>
          <p:cNvSpPr/>
          <p:nvPr/>
        </p:nvSpPr>
        <p:spPr>
          <a:xfrm>
            <a:off x="2585959" y="3040243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8" name="楕円 637">
            <a:extLst>
              <a:ext uri="{FF2B5EF4-FFF2-40B4-BE49-F238E27FC236}">
                <a16:creationId xmlns:a16="http://schemas.microsoft.com/office/drawing/2014/main" id="{80D63889-A1DC-2B62-26B5-5FD220FA704A}"/>
              </a:ext>
            </a:extLst>
          </p:cNvPr>
          <p:cNvSpPr/>
          <p:nvPr/>
        </p:nvSpPr>
        <p:spPr>
          <a:xfrm>
            <a:off x="2585959" y="3563483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9" name="楕円 638">
            <a:extLst>
              <a:ext uri="{FF2B5EF4-FFF2-40B4-BE49-F238E27FC236}">
                <a16:creationId xmlns:a16="http://schemas.microsoft.com/office/drawing/2014/main" id="{271F4F71-B443-7ABC-9167-C513BD067C58}"/>
              </a:ext>
            </a:extLst>
          </p:cNvPr>
          <p:cNvSpPr/>
          <p:nvPr/>
        </p:nvSpPr>
        <p:spPr>
          <a:xfrm>
            <a:off x="2585959" y="4086723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0" name="楕円 639">
            <a:extLst>
              <a:ext uri="{FF2B5EF4-FFF2-40B4-BE49-F238E27FC236}">
                <a16:creationId xmlns:a16="http://schemas.microsoft.com/office/drawing/2014/main" id="{3EA6DE81-2007-7990-97EA-DEDDA4DDF782}"/>
              </a:ext>
            </a:extLst>
          </p:cNvPr>
          <p:cNvSpPr/>
          <p:nvPr/>
        </p:nvSpPr>
        <p:spPr>
          <a:xfrm>
            <a:off x="2585959" y="4608548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1" name="楕円 640">
            <a:extLst>
              <a:ext uri="{FF2B5EF4-FFF2-40B4-BE49-F238E27FC236}">
                <a16:creationId xmlns:a16="http://schemas.microsoft.com/office/drawing/2014/main" id="{C6E46BA1-0CB3-027A-4993-0329CB3482CC}"/>
              </a:ext>
            </a:extLst>
          </p:cNvPr>
          <p:cNvSpPr/>
          <p:nvPr/>
        </p:nvSpPr>
        <p:spPr>
          <a:xfrm>
            <a:off x="3647679" y="3329803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2" name="楕円 641">
            <a:extLst>
              <a:ext uri="{FF2B5EF4-FFF2-40B4-BE49-F238E27FC236}">
                <a16:creationId xmlns:a16="http://schemas.microsoft.com/office/drawing/2014/main" id="{5F8310DA-D703-56CE-B9FF-212C18778498}"/>
              </a:ext>
            </a:extLst>
          </p:cNvPr>
          <p:cNvSpPr/>
          <p:nvPr/>
        </p:nvSpPr>
        <p:spPr>
          <a:xfrm>
            <a:off x="3647679" y="3853043"/>
            <a:ext cx="220979" cy="2209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3" name="楕円 642">
            <a:extLst>
              <a:ext uri="{FF2B5EF4-FFF2-40B4-BE49-F238E27FC236}">
                <a16:creationId xmlns:a16="http://schemas.microsoft.com/office/drawing/2014/main" id="{05463E22-469D-7180-BFAC-5515D39539D6}"/>
              </a:ext>
            </a:extLst>
          </p:cNvPr>
          <p:cNvSpPr/>
          <p:nvPr/>
        </p:nvSpPr>
        <p:spPr>
          <a:xfrm>
            <a:off x="3647679" y="4376283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44" name="直線コネクタ 643">
            <a:extLst>
              <a:ext uri="{FF2B5EF4-FFF2-40B4-BE49-F238E27FC236}">
                <a16:creationId xmlns:a16="http://schemas.microsoft.com/office/drawing/2014/main" id="{0B26F9E7-1C18-266E-A8F5-28AE1D5F6854}"/>
              </a:ext>
            </a:extLst>
          </p:cNvPr>
          <p:cNvCxnSpPr>
            <a:cxnSpLocks/>
            <a:stCxn id="630" idx="6"/>
            <a:endCxn id="633" idx="2"/>
          </p:cNvCxnSpPr>
          <p:nvPr/>
        </p:nvCxnSpPr>
        <p:spPr>
          <a:xfrm flipV="1">
            <a:off x="683498" y="3150733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5" name="直線コネクタ 644">
            <a:extLst>
              <a:ext uri="{FF2B5EF4-FFF2-40B4-BE49-F238E27FC236}">
                <a16:creationId xmlns:a16="http://schemas.microsoft.com/office/drawing/2014/main" id="{882C9D76-0862-9D56-1B95-AC6CF4DFD890}"/>
              </a:ext>
            </a:extLst>
          </p:cNvPr>
          <p:cNvCxnSpPr>
            <a:cxnSpLocks/>
            <a:stCxn id="631" idx="6"/>
            <a:endCxn id="633" idx="2"/>
          </p:cNvCxnSpPr>
          <p:nvPr/>
        </p:nvCxnSpPr>
        <p:spPr>
          <a:xfrm flipV="1">
            <a:off x="683498" y="3150733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6" name="直線コネクタ 645">
            <a:extLst>
              <a:ext uri="{FF2B5EF4-FFF2-40B4-BE49-F238E27FC236}">
                <a16:creationId xmlns:a16="http://schemas.microsoft.com/office/drawing/2014/main" id="{39B6EC34-D887-B49C-E37B-874EBC372966}"/>
              </a:ext>
            </a:extLst>
          </p:cNvPr>
          <p:cNvCxnSpPr>
            <a:cxnSpLocks/>
            <a:stCxn id="630" idx="6"/>
            <a:endCxn id="635" idx="2"/>
          </p:cNvCxnSpPr>
          <p:nvPr/>
        </p:nvCxnSpPr>
        <p:spPr>
          <a:xfrm>
            <a:off x="683498" y="3440293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7" name="直線コネクタ 646">
            <a:extLst>
              <a:ext uri="{FF2B5EF4-FFF2-40B4-BE49-F238E27FC236}">
                <a16:creationId xmlns:a16="http://schemas.microsoft.com/office/drawing/2014/main" id="{7E8B111B-4A51-00B0-8B3B-65A2700E31B8}"/>
              </a:ext>
            </a:extLst>
          </p:cNvPr>
          <p:cNvCxnSpPr>
            <a:cxnSpLocks/>
            <a:stCxn id="631" idx="6"/>
            <a:endCxn id="634" idx="2"/>
          </p:cNvCxnSpPr>
          <p:nvPr/>
        </p:nvCxnSpPr>
        <p:spPr>
          <a:xfrm flipV="1">
            <a:off x="683498" y="3673973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8" name="直線コネクタ 647">
            <a:extLst>
              <a:ext uri="{FF2B5EF4-FFF2-40B4-BE49-F238E27FC236}">
                <a16:creationId xmlns:a16="http://schemas.microsoft.com/office/drawing/2014/main" id="{23A46DC5-1CE1-1658-08C5-F729DDB5A432}"/>
              </a:ext>
            </a:extLst>
          </p:cNvPr>
          <p:cNvCxnSpPr>
            <a:cxnSpLocks/>
            <a:stCxn id="630" idx="6"/>
            <a:endCxn id="634" idx="2"/>
          </p:cNvCxnSpPr>
          <p:nvPr/>
        </p:nvCxnSpPr>
        <p:spPr>
          <a:xfrm>
            <a:off x="683498" y="3440293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9" name="直線コネクタ 648">
            <a:extLst>
              <a:ext uri="{FF2B5EF4-FFF2-40B4-BE49-F238E27FC236}">
                <a16:creationId xmlns:a16="http://schemas.microsoft.com/office/drawing/2014/main" id="{D67375B7-0B66-990E-F365-A259E74CAA99}"/>
              </a:ext>
            </a:extLst>
          </p:cNvPr>
          <p:cNvCxnSpPr>
            <a:cxnSpLocks/>
            <a:stCxn id="630" idx="6"/>
            <a:endCxn id="636" idx="2"/>
          </p:cNvCxnSpPr>
          <p:nvPr/>
        </p:nvCxnSpPr>
        <p:spPr>
          <a:xfrm>
            <a:off x="683498" y="3440293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0" name="直線コネクタ 649">
            <a:extLst>
              <a:ext uri="{FF2B5EF4-FFF2-40B4-BE49-F238E27FC236}">
                <a16:creationId xmlns:a16="http://schemas.microsoft.com/office/drawing/2014/main" id="{21B4EA21-049D-5908-40C2-FFA16E82BE72}"/>
              </a:ext>
            </a:extLst>
          </p:cNvPr>
          <p:cNvCxnSpPr>
            <a:cxnSpLocks/>
            <a:stCxn id="631" idx="6"/>
            <a:endCxn id="635" idx="2"/>
          </p:cNvCxnSpPr>
          <p:nvPr/>
        </p:nvCxnSpPr>
        <p:spPr>
          <a:xfrm>
            <a:off x="683498" y="3963533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1" name="直線コネクタ 650">
            <a:extLst>
              <a:ext uri="{FF2B5EF4-FFF2-40B4-BE49-F238E27FC236}">
                <a16:creationId xmlns:a16="http://schemas.microsoft.com/office/drawing/2014/main" id="{4C32B954-FD03-3744-C4FA-65DF18332F35}"/>
              </a:ext>
            </a:extLst>
          </p:cNvPr>
          <p:cNvCxnSpPr>
            <a:cxnSpLocks/>
            <a:stCxn id="631" idx="6"/>
            <a:endCxn id="636" idx="2"/>
          </p:cNvCxnSpPr>
          <p:nvPr/>
        </p:nvCxnSpPr>
        <p:spPr>
          <a:xfrm>
            <a:off x="683498" y="3963533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2" name="直線コネクタ 651">
            <a:extLst>
              <a:ext uri="{FF2B5EF4-FFF2-40B4-BE49-F238E27FC236}">
                <a16:creationId xmlns:a16="http://schemas.microsoft.com/office/drawing/2014/main" id="{8B5AD87A-D485-2A49-109E-C685AE3BEF90}"/>
              </a:ext>
            </a:extLst>
          </p:cNvPr>
          <p:cNvCxnSpPr>
            <a:cxnSpLocks/>
            <a:stCxn id="632" idx="6"/>
            <a:endCxn id="633" idx="2"/>
          </p:cNvCxnSpPr>
          <p:nvPr/>
        </p:nvCxnSpPr>
        <p:spPr>
          <a:xfrm flipV="1">
            <a:off x="683498" y="3150733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3" name="直線コネクタ 652">
            <a:extLst>
              <a:ext uri="{FF2B5EF4-FFF2-40B4-BE49-F238E27FC236}">
                <a16:creationId xmlns:a16="http://schemas.microsoft.com/office/drawing/2014/main" id="{110E7870-3B79-62BC-ED71-A19366674A70}"/>
              </a:ext>
            </a:extLst>
          </p:cNvPr>
          <p:cNvCxnSpPr>
            <a:cxnSpLocks/>
            <a:stCxn id="632" idx="6"/>
            <a:endCxn id="634" idx="2"/>
          </p:cNvCxnSpPr>
          <p:nvPr/>
        </p:nvCxnSpPr>
        <p:spPr>
          <a:xfrm flipV="1">
            <a:off x="683498" y="3673973"/>
            <a:ext cx="840741" cy="8128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4" name="直線コネクタ 653">
            <a:extLst>
              <a:ext uri="{FF2B5EF4-FFF2-40B4-BE49-F238E27FC236}">
                <a16:creationId xmlns:a16="http://schemas.microsoft.com/office/drawing/2014/main" id="{E5C4A871-8E68-8DB0-23FC-B9E79F125626}"/>
              </a:ext>
            </a:extLst>
          </p:cNvPr>
          <p:cNvCxnSpPr>
            <a:cxnSpLocks/>
            <a:stCxn id="632" idx="6"/>
            <a:endCxn id="635" idx="2"/>
          </p:cNvCxnSpPr>
          <p:nvPr/>
        </p:nvCxnSpPr>
        <p:spPr>
          <a:xfrm flipV="1">
            <a:off x="683498" y="4197213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5" name="直線コネクタ 654">
            <a:extLst>
              <a:ext uri="{FF2B5EF4-FFF2-40B4-BE49-F238E27FC236}">
                <a16:creationId xmlns:a16="http://schemas.microsoft.com/office/drawing/2014/main" id="{7F551633-9F63-D2C9-348C-66C658E76AE5}"/>
              </a:ext>
            </a:extLst>
          </p:cNvPr>
          <p:cNvCxnSpPr>
            <a:cxnSpLocks/>
            <a:stCxn id="632" idx="6"/>
            <a:endCxn id="636" idx="2"/>
          </p:cNvCxnSpPr>
          <p:nvPr/>
        </p:nvCxnSpPr>
        <p:spPr>
          <a:xfrm>
            <a:off x="683498" y="4486773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6" name="直線コネクタ 655">
            <a:extLst>
              <a:ext uri="{FF2B5EF4-FFF2-40B4-BE49-F238E27FC236}">
                <a16:creationId xmlns:a16="http://schemas.microsoft.com/office/drawing/2014/main" id="{2EB607AE-6C53-AB1B-9CF5-F7FC38F80EC5}"/>
              </a:ext>
            </a:extLst>
          </p:cNvPr>
          <p:cNvCxnSpPr>
            <a:cxnSpLocks/>
            <a:stCxn id="633" idx="6"/>
            <a:endCxn id="637" idx="2"/>
          </p:cNvCxnSpPr>
          <p:nvPr/>
        </p:nvCxnSpPr>
        <p:spPr>
          <a:xfrm>
            <a:off x="1745218" y="3150733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7" name="直線コネクタ 656">
            <a:extLst>
              <a:ext uri="{FF2B5EF4-FFF2-40B4-BE49-F238E27FC236}">
                <a16:creationId xmlns:a16="http://schemas.microsoft.com/office/drawing/2014/main" id="{337B0C43-1BC8-D329-93F1-9CB24234E6E4}"/>
              </a:ext>
            </a:extLst>
          </p:cNvPr>
          <p:cNvCxnSpPr>
            <a:cxnSpLocks/>
            <a:stCxn id="634" idx="6"/>
            <a:endCxn id="637" idx="2"/>
          </p:cNvCxnSpPr>
          <p:nvPr/>
        </p:nvCxnSpPr>
        <p:spPr>
          <a:xfrm flipV="1">
            <a:off x="1745218" y="3150733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8" name="直線コネクタ 657">
            <a:extLst>
              <a:ext uri="{FF2B5EF4-FFF2-40B4-BE49-F238E27FC236}">
                <a16:creationId xmlns:a16="http://schemas.microsoft.com/office/drawing/2014/main" id="{0327A725-BE44-D64A-0F6A-E84A031D0596}"/>
              </a:ext>
            </a:extLst>
          </p:cNvPr>
          <p:cNvCxnSpPr>
            <a:cxnSpLocks/>
            <a:stCxn id="633" idx="6"/>
            <a:endCxn id="639" idx="2"/>
          </p:cNvCxnSpPr>
          <p:nvPr/>
        </p:nvCxnSpPr>
        <p:spPr>
          <a:xfrm>
            <a:off x="1745218" y="3150733"/>
            <a:ext cx="840741" cy="10464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9" name="直線コネクタ 658">
            <a:extLst>
              <a:ext uri="{FF2B5EF4-FFF2-40B4-BE49-F238E27FC236}">
                <a16:creationId xmlns:a16="http://schemas.microsoft.com/office/drawing/2014/main" id="{F7C1782C-B35F-4792-9321-CA34E112D399}"/>
              </a:ext>
            </a:extLst>
          </p:cNvPr>
          <p:cNvCxnSpPr>
            <a:cxnSpLocks/>
            <a:stCxn id="634" idx="6"/>
            <a:endCxn id="638" idx="2"/>
          </p:cNvCxnSpPr>
          <p:nvPr/>
        </p:nvCxnSpPr>
        <p:spPr>
          <a:xfrm>
            <a:off x="1745218" y="3673973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0" name="直線コネクタ 659">
            <a:extLst>
              <a:ext uri="{FF2B5EF4-FFF2-40B4-BE49-F238E27FC236}">
                <a16:creationId xmlns:a16="http://schemas.microsoft.com/office/drawing/2014/main" id="{8F734479-C676-0941-574B-3010F0452352}"/>
              </a:ext>
            </a:extLst>
          </p:cNvPr>
          <p:cNvCxnSpPr>
            <a:cxnSpLocks/>
            <a:stCxn id="633" idx="6"/>
            <a:endCxn id="638" idx="2"/>
          </p:cNvCxnSpPr>
          <p:nvPr/>
        </p:nvCxnSpPr>
        <p:spPr>
          <a:xfrm>
            <a:off x="1745218" y="3150733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1" name="直線コネクタ 660">
            <a:extLst>
              <a:ext uri="{FF2B5EF4-FFF2-40B4-BE49-F238E27FC236}">
                <a16:creationId xmlns:a16="http://schemas.microsoft.com/office/drawing/2014/main" id="{E7DC515E-7CC6-3A77-5ED0-2DE3F01D0ABF}"/>
              </a:ext>
            </a:extLst>
          </p:cNvPr>
          <p:cNvCxnSpPr>
            <a:cxnSpLocks/>
            <a:stCxn id="633" idx="6"/>
            <a:endCxn id="640" idx="2"/>
          </p:cNvCxnSpPr>
          <p:nvPr/>
        </p:nvCxnSpPr>
        <p:spPr>
          <a:xfrm>
            <a:off x="1745218" y="3150733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2" name="直線コネクタ 661">
            <a:extLst>
              <a:ext uri="{FF2B5EF4-FFF2-40B4-BE49-F238E27FC236}">
                <a16:creationId xmlns:a16="http://schemas.microsoft.com/office/drawing/2014/main" id="{3EF89736-8EF6-060E-7C3F-D5828F4F8250}"/>
              </a:ext>
            </a:extLst>
          </p:cNvPr>
          <p:cNvCxnSpPr>
            <a:cxnSpLocks/>
            <a:stCxn id="634" idx="6"/>
            <a:endCxn id="639" idx="2"/>
          </p:cNvCxnSpPr>
          <p:nvPr/>
        </p:nvCxnSpPr>
        <p:spPr>
          <a:xfrm>
            <a:off x="1745218" y="3673973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3" name="直線コネクタ 662">
            <a:extLst>
              <a:ext uri="{FF2B5EF4-FFF2-40B4-BE49-F238E27FC236}">
                <a16:creationId xmlns:a16="http://schemas.microsoft.com/office/drawing/2014/main" id="{C99EA3FE-FF6B-4F33-4FA0-B6C70C0020E6}"/>
              </a:ext>
            </a:extLst>
          </p:cNvPr>
          <p:cNvCxnSpPr>
            <a:cxnSpLocks/>
            <a:stCxn id="634" idx="6"/>
            <a:endCxn id="640" idx="2"/>
          </p:cNvCxnSpPr>
          <p:nvPr/>
        </p:nvCxnSpPr>
        <p:spPr>
          <a:xfrm>
            <a:off x="1745218" y="3673973"/>
            <a:ext cx="840741" cy="104506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4" name="直線コネクタ 663">
            <a:extLst>
              <a:ext uri="{FF2B5EF4-FFF2-40B4-BE49-F238E27FC236}">
                <a16:creationId xmlns:a16="http://schemas.microsoft.com/office/drawing/2014/main" id="{DAD815A7-B466-4A38-6506-4F27C3B135C5}"/>
              </a:ext>
            </a:extLst>
          </p:cNvPr>
          <p:cNvCxnSpPr>
            <a:cxnSpLocks/>
            <a:stCxn id="635" idx="6"/>
            <a:endCxn id="637" idx="2"/>
          </p:cNvCxnSpPr>
          <p:nvPr/>
        </p:nvCxnSpPr>
        <p:spPr>
          <a:xfrm flipV="1">
            <a:off x="1745218" y="3150733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5" name="直線コネクタ 664">
            <a:extLst>
              <a:ext uri="{FF2B5EF4-FFF2-40B4-BE49-F238E27FC236}">
                <a16:creationId xmlns:a16="http://schemas.microsoft.com/office/drawing/2014/main" id="{ECAE6F67-E53C-1ECE-0AB8-F7D24663D373}"/>
              </a:ext>
            </a:extLst>
          </p:cNvPr>
          <p:cNvCxnSpPr>
            <a:cxnSpLocks/>
            <a:stCxn id="635" idx="6"/>
            <a:endCxn id="638" idx="2"/>
          </p:cNvCxnSpPr>
          <p:nvPr/>
        </p:nvCxnSpPr>
        <p:spPr>
          <a:xfrm flipV="1">
            <a:off x="1745218" y="3673973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6" name="直線コネクタ 665">
            <a:extLst>
              <a:ext uri="{FF2B5EF4-FFF2-40B4-BE49-F238E27FC236}">
                <a16:creationId xmlns:a16="http://schemas.microsoft.com/office/drawing/2014/main" id="{412AF7EA-A275-5429-9600-03EC551C0C44}"/>
              </a:ext>
            </a:extLst>
          </p:cNvPr>
          <p:cNvCxnSpPr>
            <a:cxnSpLocks/>
            <a:stCxn id="635" idx="6"/>
            <a:endCxn id="639" idx="2"/>
          </p:cNvCxnSpPr>
          <p:nvPr/>
        </p:nvCxnSpPr>
        <p:spPr>
          <a:xfrm>
            <a:off x="1745218" y="4197213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7" name="直線コネクタ 666">
            <a:extLst>
              <a:ext uri="{FF2B5EF4-FFF2-40B4-BE49-F238E27FC236}">
                <a16:creationId xmlns:a16="http://schemas.microsoft.com/office/drawing/2014/main" id="{7CE197DD-37A2-486B-651A-F87C40E09F9A}"/>
              </a:ext>
            </a:extLst>
          </p:cNvPr>
          <p:cNvCxnSpPr>
            <a:cxnSpLocks/>
            <a:stCxn id="635" idx="6"/>
            <a:endCxn id="640" idx="2"/>
          </p:cNvCxnSpPr>
          <p:nvPr/>
        </p:nvCxnSpPr>
        <p:spPr>
          <a:xfrm>
            <a:off x="1745218" y="4197213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8" name="直線コネクタ 667">
            <a:extLst>
              <a:ext uri="{FF2B5EF4-FFF2-40B4-BE49-F238E27FC236}">
                <a16:creationId xmlns:a16="http://schemas.microsoft.com/office/drawing/2014/main" id="{2268E6A5-6549-3D6F-EEF6-44C9CBA69401}"/>
              </a:ext>
            </a:extLst>
          </p:cNvPr>
          <p:cNvCxnSpPr>
            <a:cxnSpLocks/>
            <a:stCxn id="636" idx="6"/>
            <a:endCxn id="638" idx="2"/>
          </p:cNvCxnSpPr>
          <p:nvPr/>
        </p:nvCxnSpPr>
        <p:spPr>
          <a:xfrm flipV="1">
            <a:off x="1745218" y="3673973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9" name="直線コネクタ 668">
            <a:extLst>
              <a:ext uri="{FF2B5EF4-FFF2-40B4-BE49-F238E27FC236}">
                <a16:creationId xmlns:a16="http://schemas.microsoft.com/office/drawing/2014/main" id="{064CE74A-D59A-82E0-93A7-FB88E6AF34FF}"/>
              </a:ext>
            </a:extLst>
          </p:cNvPr>
          <p:cNvCxnSpPr>
            <a:cxnSpLocks/>
            <a:stCxn id="636" idx="6"/>
            <a:endCxn id="637" idx="2"/>
          </p:cNvCxnSpPr>
          <p:nvPr/>
        </p:nvCxnSpPr>
        <p:spPr>
          <a:xfrm flipV="1">
            <a:off x="1745218" y="3150733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0" name="直線コネクタ 669">
            <a:extLst>
              <a:ext uri="{FF2B5EF4-FFF2-40B4-BE49-F238E27FC236}">
                <a16:creationId xmlns:a16="http://schemas.microsoft.com/office/drawing/2014/main" id="{4A696933-7C5E-299F-5773-A0E18203C988}"/>
              </a:ext>
            </a:extLst>
          </p:cNvPr>
          <p:cNvCxnSpPr>
            <a:cxnSpLocks/>
            <a:stCxn id="636" idx="6"/>
            <a:endCxn id="639" idx="2"/>
          </p:cNvCxnSpPr>
          <p:nvPr/>
        </p:nvCxnSpPr>
        <p:spPr>
          <a:xfrm flipV="1">
            <a:off x="1745218" y="4197213"/>
            <a:ext cx="840741" cy="52182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1" name="直線コネクタ 670">
            <a:extLst>
              <a:ext uri="{FF2B5EF4-FFF2-40B4-BE49-F238E27FC236}">
                <a16:creationId xmlns:a16="http://schemas.microsoft.com/office/drawing/2014/main" id="{E372F0BC-E08C-2387-F2F8-DC9A1A2291E5}"/>
              </a:ext>
            </a:extLst>
          </p:cNvPr>
          <p:cNvCxnSpPr>
            <a:cxnSpLocks/>
            <a:stCxn id="636" idx="6"/>
            <a:endCxn id="640" idx="2"/>
          </p:cNvCxnSpPr>
          <p:nvPr/>
        </p:nvCxnSpPr>
        <p:spPr>
          <a:xfrm>
            <a:off x="1745218" y="4719038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2" name="直線コネクタ 671">
            <a:extLst>
              <a:ext uri="{FF2B5EF4-FFF2-40B4-BE49-F238E27FC236}">
                <a16:creationId xmlns:a16="http://schemas.microsoft.com/office/drawing/2014/main" id="{3E44EE4F-9D4F-B9E1-AAC1-B8007475B0F0}"/>
              </a:ext>
            </a:extLst>
          </p:cNvPr>
          <p:cNvCxnSpPr>
            <a:cxnSpLocks/>
            <a:stCxn id="637" idx="6"/>
            <a:endCxn id="641" idx="2"/>
          </p:cNvCxnSpPr>
          <p:nvPr/>
        </p:nvCxnSpPr>
        <p:spPr>
          <a:xfrm>
            <a:off x="2806938" y="3150733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3" name="直線コネクタ 672">
            <a:extLst>
              <a:ext uri="{FF2B5EF4-FFF2-40B4-BE49-F238E27FC236}">
                <a16:creationId xmlns:a16="http://schemas.microsoft.com/office/drawing/2014/main" id="{9DB6B035-DE72-8730-6F09-4A44B3958F47}"/>
              </a:ext>
            </a:extLst>
          </p:cNvPr>
          <p:cNvCxnSpPr>
            <a:cxnSpLocks/>
            <a:stCxn id="638" idx="6"/>
            <a:endCxn id="641" idx="2"/>
          </p:cNvCxnSpPr>
          <p:nvPr/>
        </p:nvCxnSpPr>
        <p:spPr>
          <a:xfrm flipV="1">
            <a:off x="2806938" y="3440293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4" name="直線コネクタ 673">
            <a:extLst>
              <a:ext uri="{FF2B5EF4-FFF2-40B4-BE49-F238E27FC236}">
                <a16:creationId xmlns:a16="http://schemas.microsoft.com/office/drawing/2014/main" id="{6475521F-6BFA-41C4-A2AB-98C566635F90}"/>
              </a:ext>
            </a:extLst>
          </p:cNvPr>
          <p:cNvCxnSpPr>
            <a:cxnSpLocks/>
            <a:stCxn id="637" idx="6"/>
            <a:endCxn id="643" idx="2"/>
          </p:cNvCxnSpPr>
          <p:nvPr/>
        </p:nvCxnSpPr>
        <p:spPr>
          <a:xfrm>
            <a:off x="2806938" y="3150733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5" name="直線コネクタ 674">
            <a:extLst>
              <a:ext uri="{FF2B5EF4-FFF2-40B4-BE49-F238E27FC236}">
                <a16:creationId xmlns:a16="http://schemas.microsoft.com/office/drawing/2014/main" id="{04AC69E2-9B16-1956-F66F-9CEA3225D3CA}"/>
              </a:ext>
            </a:extLst>
          </p:cNvPr>
          <p:cNvCxnSpPr>
            <a:cxnSpLocks/>
            <a:stCxn id="638" idx="6"/>
            <a:endCxn id="643" idx="2"/>
          </p:cNvCxnSpPr>
          <p:nvPr/>
        </p:nvCxnSpPr>
        <p:spPr>
          <a:xfrm>
            <a:off x="2806938" y="3673973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6" name="直線コネクタ 675">
            <a:extLst>
              <a:ext uri="{FF2B5EF4-FFF2-40B4-BE49-F238E27FC236}">
                <a16:creationId xmlns:a16="http://schemas.microsoft.com/office/drawing/2014/main" id="{C48FCFF0-03A5-F738-EC1E-AF4ADF6A710B}"/>
              </a:ext>
            </a:extLst>
          </p:cNvPr>
          <p:cNvCxnSpPr>
            <a:cxnSpLocks/>
            <a:stCxn id="637" idx="6"/>
            <a:endCxn id="642" idx="2"/>
          </p:cNvCxnSpPr>
          <p:nvPr/>
        </p:nvCxnSpPr>
        <p:spPr>
          <a:xfrm>
            <a:off x="2806938" y="3150733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7" name="直線コネクタ 676">
            <a:extLst>
              <a:ext uri="{FF2B5EF4-FFF2-40B4-BE49-F238E27FC236}">
                <a16:creationId xmlns:a16="http://schemas.microsoft.com/office/drawing/2014/main" id="{54ADA603-DC21-E14B-B1C3-86171846B022}"/>
              </a:ext>
            </a:extLst>
          </p:cNvPr>
          <p:cNvCxnSpPr>
            <a:cxnSpLocks/>
            <a:stCxn id="640" idx="6"/>
            <a:endCxn id="642" idx="2"/>
          </p:cNvCxnSpPr>
          <p:nvPr/>
        </p:nvCxnSpPr>
        <p:spPr>
          <a:xfrm flipV="1">
            <a:off x="2806938" y="3963533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8" name="直線コネクタ 677">
            <a:extLst>
              <a:ext uri="{FF2B5EF4-FFF2-40B4-BE49-F238E27FC236}">
                <a16:creationId xmlns:a16="http://schemas.microsoft.com/office/drawing/2014/main" id="{A4189EE7-7174-F864-8C8D-7DF962B95543}"/>
              </a:ext>
            </a:extLst>
          </p:cNvPr>
          <p:cNvCxnSpPr>
            <a:cxnSpLocks/>
            <a:stCxn id="639" idx="6"/>
            <a:endCxn id="643" idx="2"/>
          </p:cNvCxnSpPr>
          <p:nvPr/>
        </p:nvCxnSpPr>
        <p:spPr>
          <a:xfrm>
            <a:off x="2806938" y="4197213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9" name="直線コネクタ 678">
            <a:extLst>
              <a:ext uri="{FF2B5EF4-FFF2-40B4-BE49-F238E27FC236}">
                <a16:creationId xmlns:a16="http://schemas.microsoft.com/office/drawing/2014/main" id="{5BF04089-9703-145F-73CD-3D9E16840DF2}"/>
              </a:ext>
            </a:extLst>
          </p:cNvPr>
          <p:cNvCxnSpPr>
            <a:cxnSpLocks/>
            <a:stCxn id="640" idx="6"/>
            <a:endCxn id="643" idx="2"/>
          </p:cNvCxnSpPr>
          <p:nvPr/>
        </p:nvCxnSpPr>
        <p:spPr>
          <a:xfrm flipV="1">
            <a:off x="2806938" y="4486773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0" name="直線コネクタ 679">
            <a:extLst>
              <a:ext uri="{FF2B5EF4-FFF2-40B4-BE49-F238E27FC236}">
                <a16:creationId xmlns:a16="http://schemas.microsoft.com/office/drawing/2014/main" id="{2E468D6A-1D1C-C3B8-BFB9-654BBD4DB05C}"/>
              </a:ext>
            </a:extLst>
          </p:cNvPr>
          <p:cNvCxnSpPr>
            <a:cxnSpLocks/>
            <a:stCxn id="639" idx="6"/>
            <a:endCxn id="641" idx="2"/>
          </p:cNvCxnSpPr>
          <p:nvPr/>
        </p:nvCxnSpPr>
        <p:spPr>
          <a:xfrm flipV="1">
            <a:off x="2806938" y="3440293"/>
            <a:ext cx="840741" cy="75692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1" name="直線コネクタ 680">
            <a:extLst>
              <a:ext uri="{FF2B5EF4-FFF2-40B4-BE49-F238E27FC236}">
                <a16:creationId xmlns:a16="http://schemas.microsoft.com/office/drawing/2014/main" id="{85E9DF78-553D-07FC-42C6-0DBE45207C6B}"/>
              </a:ext>
            </a:extLst>
          </p:cNvPr>
          <p:cNvCxnSpPr>
            <a:cxnSpLocks/>
            <a:stCxn id="640" idx="6"/>
            <a:endCxn id="641" idx="2"/>
          </p:cNvCxnSpPr>
          <p:nvPr/>
        </p:nvCxnSpPr>
        <p:spPr>
          <a:xfrm flipV="1">
            <a:off x="2806938" y="3440293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2" name="直線コネクタ 681">
            <a:extLst>
              <a:ext uri="{FF2B5EF4-FFF2-40B4-BE49-F238E27FC236}">
                <a16:creationId xmlns:a16="http://schemas.microsoft.com/office/drawing/2014/main" id="{4015C912-4770-121E-0EE4-C0B1CBBF8F90}"/>
              </a:ext>
            </a:extLst>
          </p:cNvPr>
          <p:cNvCxnSpPr>
            <a:cxnSpLocks/>
            <a:stCxn id="639" idx="6"/>
            <a:endCxn id="642" idx="2"/>
          </p:cNvCxnSpPr>
          <p:nvPr/>
        </p:nvCxnSpPr>
        <p:spPr>
          <a:xfrm flipV="1">
            <a:off x="2806938" y="3963533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3" name="直線コネクタ 682">
            <a:extLst>
              <a:ext uri="{FF2B5EF4-FFF2-40B4-BE49-F238E27FC236}">
                <a16:creationId xmlns:a16="http://schemas.microsoft.com/office/drawing/2014/main" id="{908CE8DD-35B3-B2B0-C9E3-F83315B019D2}"/>
              </a:ext>
            </a:extLst>
          </p:cNvPr>
          <p:cNvCxnSpPr>
            <a:cxnSpLocks/>
            <a:stCxn id="638" idx="6"/>
            <a:endCxn id="642" idx="2"/>
          </p:cNvCxnSpPr>
          <p:nvPr/>
        </p:nvCxnSpPr>
        <p:spPr>
          <a:xfrm>
            <a:off x="2806938" y="3673973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テキスト ボックス 683">
                <a:extLst>
                  <a:ext uri="{FF2B5EF4-FFF2-40B4-BE49-F238E27FC236}">
                    <a16:creationId xmlns:a16="http://schemas.microsoft.com/office/drawing/2014/main" id="{CD8E9359-011A-158A-E87D-0A6E40E25415}"/>
                  </a:ext>
                </a:extLst>
              </p:cNvPr>
              <p:cNvSpPr txBox="1"/>
              <p:nvPr/>
            </p:nvSpPr>
            <p:spPr>
              <a:xfrm>
                <a:off x="518637" y="3367478"/>
                <a:ext cx="123688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84" name="テキスト ボックス 683">
                <a:extLst>
                  <a:ext uri="{FF2B5EF4-FFF2-40B4-BE49-F238E27FC236}">
                    <a16:creationId xmlns:a16="http://schemas.microsoft.com/office/drawing/2014/main" id="{CD8E9359-011A-158A-E87D-0A6E40E2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37" y="3367478"/>
                <a:ext cx="123688" cy="123111"/>
              </a:xfrm>
              <a:prstGeom prst="rect">
                <a:avLst/>
              </a:prstGeom>
              <a:blipFill>
                <a:blip r:embed="rId38"/>
                <a:stretch>
                  <a:fillRect l="-10000" r="-20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5" name="テキスト ボックス 684">
                <a:extLst>
                  <a:ext uri="{FF2B5EF4-FFF2-40B4-BE49-F238E27FC236}">
                    <a16:creationId xmlns:a16="http://schemas.microsoft.com/office/drawing/2014/main" id="{567E9AB2-1958-66B3-652C-A061F2E39A5D}"/>
                  </a:ext>
                </a:extLst>
              </p:cNvPr>
              <p:cNvSpPr txBox="1"/>
              <p:nvPr/>
            </p:nvSpPr>
            <p:spPr>
              <a:xfrm>
                <a:off x="518636" y="3888088"/>
                <a:ext cx="1260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85" name="テキスト ボックス 684">
                <a:extLst>
                  <a:ext uri="{FF2B5EF4-FFF2-40B4-BE49-F238E27FC236}">
                    <a16:creationId xmlns:a16="http://schemas.microsoft.com/office/drawing/2014/main" id="{567E9AB2-1958-66B3-652C-A061F2E3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36" y="3888088"/>
                <a:ext cx="126060" cy="123111"/>
              </a:xfrm>
              <a:prstGeom prst="rect">
                <a:avLst/>
              </a:prstGeom>
              <a:blipFill>
                <a:blip r:embed="rId39"/>
                <a:stretch>
                  <a:fillRect l="-9524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" name="テキスト ボックス 685">
                <a:extLst>
                  <a:ext uri="{FF2B5EF4-FFF2-40B4-BE49-F238E27FC236}">
                    <a16:creationId xmlns:a16="http://schemas.microsoft.com/office/drawing/2014/main" id="{6AD037EE-2BAB-8145-5628-F3C060799351}"/>
                  </a:ext>
                </a:extLst>
              </p:cNvPr>
              <p:cNvSpPr txBox="1"/>
              <p:nvPr/>
            </p:nvSpPr>
            <p:spPr>
              <a:xfrm>
                <a:off x="515460" y="4413506"/>
                <a:ext cx="1260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86" name="テキスト ボックス 685">
                <a:extLst>
                  <a:ext uri="{FF2B5EF4-FFF2-40B4-BE49-F238E27FC236}">
                    <a16:creationId xmlns:a16="http://schemas.microsoft.com/office/drawing/2014/main" id="{6AD037EE-2BAB-8145-5628-F3C060799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60" y="4413506"/>
                <a:ext cx="126060" cy="123111"/>
              </a:xfrm>
              <a:prstGeom prst="rect">
                <a:avLst/>
              </a:prstGeom>
              <a:blipFill>
                <a:blip r:embed="rId40"/>
                <a:stretch>
                  <a:fillRect l="-1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テキスト ボックス 686">
                <a:extLst>
                  <a:ext uri="{FF2B5EF4-FFF2-40B4-BE49-F238E27FC236}">
                    <a16:creationId xmlns:a16="http://schemas.microsoft.com/office/drawing/2014/main" id="{CE8EB9FD-4009-37F1-A80E-885DCF4E1EAA}"/>
                  </a:ext>
                </a:extLst>
              </p:cNvPr>
              <p:cNvSpPr txBox="1"/>
              <p:nvPr/>
            </p:nvSpPr>
            <p:spPr>
              <a:xfrm>
                <a:off x="1579235" y="3084880"/>
                <a:ext cx="11881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87" name="テキスト ボックス 686">
                <a:extLst>
                  <a:ext uri="{FF2B5EF4-FFF2-40B4-BE49-F238E27FC236}">
                    <a16:creationId xmlns:a16="http://schemas.microsoft.com/office/drawing/2014/main" id="{CE8EB9FD-4009-37F1-A80E-885DCF4E1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235" y="3084880"/>
                <a:ext cx="118815" cy="123111"/>
              </a:xfrm>
              <a:prstGeom prst="rect">
                <a:avLst/>
              </a:prstGeom>
              <a:blipFill>
                <a:blip r:embed="rId41"/>
                <a:stretch>
                  <a:fillRect l="-20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8" name="テキスト ボックス 687">
                <a:extLst>
                  <a:ext uri="{FF2B5EF4-FFF2-40B4-BE49-F238E27FC236}">
                    <a16:creationId xmlns:a16="http://schemas.microsoft.com/office/drawing/2014/main" id="{CE9C0A1C-FE62-8334-2375-1D9153587355}"/>
                  </a:ext>
                </a:extLst>
              </p:cNvPr>
              <p:cNvSpPr txBox="1"/>
              <p:nvPr/>
            </p:nvSpPr>
            <p:spPr>
              <a:xfrm>
                <a:off x="1576863" y="3613793"/>
                <a:ext cx="12118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8" name="テキスト ボックス 687">
                <a:extLst>
                  <a:ext uri="{FF2B5EF4-FFF2-40B4-BE49-F238E27FC236}">
                    <a16:creationId xmlns:a16="http://schemas.microsoft.com/office/drawing/2014/main" id="{CE9C0A1C-FE62-8334-2375-1D9153587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63" y="3613793"/>
                <a:ext cx="121187" cy="123111"/>
              </a:xfrm>
              <a:prstGeom prst="rect">
                <a:avLst/>
              </a:prstGeom>
              <a:blipFill>
                <a:blip r:embed="rId42"/>
                <a:stretch>
                  <a:fillRect l="-25000" t="-5000" r="-1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9" name="テキスト ボックス 688">
                <a:extLst>
                  <a:ext uri="{FF2B5EF4-FFF2-40B4-BE49-F238E27FC236}">
                    <a16:creationId xmlns:a16="http://schemas.microsoft.com/office/drawing/2014/main" id="{9235FF1C-5F9C-2B14-C466-22FCDC4AC5AA}"/>
                  </a:ext>
                </a:extLst>
              </p:cNvPr>
              <p:cNvSpPr txBox="1"/>
              <p:nvPr/>
            </p:nvSpPr>
            <p:spPr>
              <a:xfrm>
                <a:off x="1573624" y="4139294"/>
                <a:ext cx="12118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89" name="テキスト ボックス 688">
                <a:extLst>
                  <a:ext uri="{FF2B5EF4-FFF2-40B4-BE49-F238E27FC236}">
                    <a16:creationId xmlns:a16="http://schemas.microsoft.com/office/drawing/2014/main" id="{9235FF1C-5F9C-2B14-C466-22FCDC4AC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24" y="4139294"/>
                <a:ext cx="121187" cy="123111"/>
              </a:xfrm>
              <a:prstGeom prst="rect">
                <a:avLst/>
              </a:prstGeom>
              <a:blipFill>
                <a:blip r:embed="rId43"/>
                <a:stretch>
                  <a:fillRect l="-20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0" name="テキスト ボックス 689">
                <a:extLst>
                  <a:ext uri="{FF2B5EF4-FFF2-40B4-BE49-F238E27FC236}">
                    <a16:creationId xmlns:a16="http://schemas.microsoft.com/office/drawing/2014/main" id="{1C8172C1-9263-8C2C-D9CF-692CB92E069D}"/>
                  </a:ext>
                </a:extLst>
              </p:cNvPr>
              <p:cNvSpPr txBox="1"/>
              <p:nvPr/>
            </p:nvSpPr>
            <p:spPr>
              <a:xfrm>
                <a:off x="1577881" y="4658701"/>
                <a:ext cx="12118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0" name="テキスト ボックス 689">
                <a:extLst>
                  <a:ext uri="{FF2B5EF4-FFF2-40B4-BE49-F238E27FC236}">
                    <a16:creationId xmlns:a16="http://schemas.microsoft.com/office/drawing/2014/main" id="{1C8172C1-9263-8C2C-D9CF-692CB92E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881" y="4658701"/>
                <a:ext cx="121187" cy="123111"/>
              </a:xfrm>
              <a:prstGeom prst="rect">
                <a:avLst/>
              </a:prstGeom>
              <a:blipFill>
                <a:blip r:embed="rId8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1" name="テキスト ボックス 690">
                <a:extLst>
                  <a:ext uri="{FF2B5EF4-FFF2-40B4-BE49-F238E27FC236}">
                    <a16:creationId xmlns:a16="http://schemas.microsoft.com/office/drawing/2014/main" id="{2CB1C858-B1D0-FE05-E60A-6565C65199B5}"/>
                  </a:ext>
                </a:extLst>
              </p:cNvPr>
              <p:cNvSpPr txBox="1"/>
              <p:nvPr/>
            </p:nvSpPr>
            <p:spPr>
              <a:xfrm>
                <a:off x="2646569" y="3080832"/>
                <a:ext cx="10996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1" name="テキスト ボックス 690">
                <a:extLst>
                  <a:ext uri="{FF2B5EF4-FFF2-40B4-BE49-F238E27FC236}">
                    <a16:creationId xmlns:a16="http://schemas.microsoft.com/office/drawing/2014/main" id="{2CB1C858-B1D0-FE05-E60A-6565C6519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569" y="3080832"/>
                <a:ext cx="109965" cy="123111"/>
              </a:xfrm>
              <a:prstGeom prst="rect">
                <a:avLst/>
              </a:prstGeom>
              <a:blipFill>
                <a:blip r:embed="rId44"/>
                <a:stretch>
                  <a:fillRect l="-11111" r="-22222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2" name="テキスト ボックス 691">
                <a:extLst>
                  <a:ext uri="{FF2B5EF4-FFF2-40B4-BE49-F238E27FC236}">
                    <a16:creationId xmlns:a16="http://schemas.microsoft.com/office/drawing/2014/main" id="{D628C137-5FB5-03DF-4B3F-C7D77126F5BB}"/>
                  </a:ext>
                </a:extLst>
              </p:cNvPr>
              <p:cNvSpPr txBox="1"/>
              <p:nvPr/>
            </p:nvSpPr>
            <p:spPr>
              <a:xfrm>
                <a:off x="2639963" y="3603394"/>
                <a:ext cx="112338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2" name="テキスト ボックス 691">
                <a:extLst>
                  <a:ext uri="{FF2B5EF4-FFF2-40B4-BE49-F238E27FC236}">
                    <a16:creationId xmlns:a16="http://schemas.microsoft.com/office/drawing/2014/main" id="{D628C137-5FB5-03DF-4B3F-C7D77126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963" y="3603394"/>
                <a:ext cx="112338" cy="123111"/>
              </a:xfrm>
              <a:prstGeom prst="rect">
                <a:avLst/>
              </a:prstGeom>
              <a:blipFill>
                <a:blip r:embed="rId45"/>
                <a:stretch>
                  <a:fillRect l="-11111" r="-2222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3" name="テキスト ボックス 692">
                <a:extLst>
                  <a:ext uri="{FF2B5EF4-FFF2-40B4-BE49-F238E27FC236}">
                    <a16:creationId xmlns:a16="http://schemas.microsoft.com/office/drawing/2014/main" id="{C10ED715-83C9-B516-A4D2-B84B5F0EEEFB}"/>
                  </a:ext>
                </a:extLst>
              </p:cNvPr>
              <p:cNvSpPr txBox="1"/>
              <p:nvPr/>
            </p:nvSpPr>
            <p:spPr>
              <a:xfrm>
                <a:off x="2640958" y="4126778"/>
                <a:ext cx="112338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3" name="テキスト ボックス 692">
                <a:extLst>
                  <a:ext uri="{FF2B5EF4-FFF2-40B4-BE49-F238E27FC236}">
                    <a16:creationId xmlns:a16="http://schemas.microsoft.com/office/drawing/2014/main" id="{C10ED715-83C9-B516-A4D2-B84B5F0EE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958" y="4126778"/>
                <a:ext cx="112338" cy="123111"/>
              </a:xfrm>
              <a:prstGeom prst="rect">
                <a:avLst/>
              </a:prstGeom>
              <a:blipFill>
                <a:blip r:embed="rId46"/>
                <a:stretch>
                  <a:fillRect l="-10526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4" name="テキスト ボックス 693">
                <a:extLst>
                  <a:ext uri="{FF2B5EF4-FFF2-40B4-BE49-F238E27FC236}">
                    <a16:creationId xmlns:a16="http://schemas.microsoft.com/office/drawing/2014/main" id="{927B8808-0ECC-4396-88DD-93094AC88B0F}"/>
                  </a:ext>
                </a:extLst>
              </p:cNvPr>
              <p:cNvSpPr txBox="1"/>
              <p:nvPr/>
            </p:nvSpPr>
            <p:spPr>
              <a:xfrm>
                <a:off x="2638895" y="4644836"/>
                <a:ext cx="112338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4" name="テキスト ボックス 693">
                <a:extLst>
                  <a:ext uri="{FF2B5EF4-FFF2-40B4-BE49-F238E27FC236}">
                    <a16:creationId xmlns:a16="http://schemas.microsoft.com/office/drawing/2014/main" id="{927B8808-0ECC-4396-88DD-93094AC88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95" y="4644836"/>
                <a:ext cx="112338" cy="123111"/>
              </a:xfrm>
              <a:prstGeom prst="rect">
                <a:avLst/>
              </a:prstGeom>
              <a:blipFill>
                <a:blip r:embed="rId12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5" name="テキスト ボックス 694">
                <a:extLst>
                  <a:ext uri="{FF2B5EF4-FFF2-40B4-BE49-F238E27FC236}">
                    <a16:creationId xmlns:a16="http://schemas.microsoft.com/office/drawing/2014/main" id="{A1E38796-E0C8-F7B8-F949-09EA553773BC}"/>
                  </a:ext>
                </a:extLst>
              </p:cNvPr>
              <p:cNvSpPr txBox="1"/>
              <p:nvPr/>
            </p:nvSpPr>
            <p:spPr>
              <a:xfrm>
                <a:off x="3701029" y="3371712"/>
                <a:ext cx="12529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5" name="テキスト ボックス 694">
                <a:extLst>
                  <a:ext uri="{FF2B5EF4-FFF2-40B4-BE49-F238E27FC236}">
                    <a16:creationId xmlns:a16="http://schemas.microsoft.com/office/drawing/2014/main" id="{A1E38796-E0C8-F7B8-F949-09EA55377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29" y="3371712"/>
                <a:ext cx="125291" cy="123111"/>
              </a:xfrm>
              <a:prstGeom prst="rect">
                <a:avLst/>
              </a:prstGeom>
              <a:blipFill>
                <a:blip r:embed="rId47"/>
                <a:stretch>
                  <a:fillRect l="-19048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テキスト ボックス 695">
                <a:extLst>
                  <a:ext uri="{FF2B5EF4-FFF2-40B4-BE49-F238E27FC236}">
                    <a16:creationId xmlns:a16="http://schemas.microsoft.com/office/drawing/2014/main" id="{F9981559-75EA-8BF2-112A-EEEB5CE12B9B}"/>
                  </a:ext>
                </a:extLst>
              </p:cNvPr>
              <p:cNvSpPr txBox="1"/>
              <p:nvPr/>
            </p:nvSpPr>
            <p:spPr>
              <a:xfrm>
                <a:off x="3701028" y="3892322"/>
                <a:ext cx="127664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6" name="テキスト ボックス 695">
                <a:extLst>
                  <a:ext uri="{FF2B5EF4-FFF2-40B4-BE49-F238E27FC236}">
                    <a16:creationId xmlns:a16="http://schemas.microsoft.com/office/drawing/2014/main" id="{F9981559-75EA-8BF2-112A-EEEB5CE12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28" y="3892322"/>
                <a:ext cx="127664" cy="123111"/>
              </a:xfrm>
              <a:prstGeom prst="rect">
                <a:avLst/>
              </a:prstGeom>
              <a:blipFill>
                <a:blip r:embed="rId48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7" name="テキスト ボックス 696">
                <a:extLst>
                  <a:ext uri="{FF2B5EF4-FFF2-40B4-BE49-F238E27FC236}">
                    <a16:creationId xmlns:a16="http://schemas.microsoft.com/office/drawing/2014/main" id="{8B3648C3-DF93-CCFA-42F0-2ADDD548E133}"/>
                  </a:ext>
                </a:extLst>
              </p:cNvPr>
              <p:cNvSpPr txBox="1"/>
              <p:nvPr/>
            </p:nvSpPr>
            <p:spPr>
              <a:xfrm>
                <a:off x="3697852" y="4417740"/>
                <a:ext cx="127664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697" name="テキスト ボックス 696">
                <a:extLst>
                  <a:ext uri="{FF2B5EF4-FFF2-40B4-BE49-F238E27FC236}">
                    <a16:creationId xmlns:a16="http://schemas.microsoft.com/office/drawing/2014/main" id="{8B3648C3-DF93-CCFA-42F0-2ADDD548E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52" y="4417740"/>
                <a:ext cx="127664" cy="123111"/>
              </a:xfrm>
              <a:prstGeom prst="rect">
                <a:avLst/>
              </a:prstGeom>
              <a:blipFill>
                <a:blip r:embed="rId49"/>
                <a:stretch>
                  <a:fillRect l="-23810" t="-5000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" name="楕円 787">
            <a:extLst>
              <a:ext uri="{FF2B5EF4-FFF2-40B4-BE49-F238E27FC236}">
                <a16:creationId xmlns:a16="http://schemas.microsoft.com/office/drawing/2014/main" id="{17D85BD4-F5D9-81AD-6993-C300CA1F38B6}"/>
              </a:ext>
            </a:extLst>
          </p:cNvPr>
          <p:cNvSpPr/>
          <p:nvPr/>
        </p:nvSpPr>
        <p:spPr>
          <a:xfrm>
            <a:off x="4215311" y="3349491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9" name="楕円 788">
            <a:extLst>
              <a:ext uri="{FF2B5EF4-FFF2-40B4-BE49-F238E27FC236}">
                <a16:creationId xmlns:a16="http://schemas.microsoft.com/office/drawing/2014/main" id="{7E89B9D1-2B88-889B-69E8-E959E2F4E3F4}"/>
              </a:ext>
            </a:extLst>
          </p:cNvPr>
          <p:cNvSpPr/>
          <p:nvPr/>
        </p:nvSpPr>
        <p:spPr>
          <a:xfrm>
            <a:off x="4215311" y="3872731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0" name="楕円 789">
            <a:extLst>
              <a:ext uri="{FF2B5EF4-FFF2-40B4-BE49-F238E27FC236}">
                <a16:creationId xmlns:a16="http://schemas.microsoft.com/office/drawing/2014/main" id="{9E18408C-0DDD-13A1-6BDA-3A012D000821}"/>
              </a:ext>
            </a:extLst>
          </p:cNvPr>
          <p:cNvSpPr/>
          <p:nvPr/>
        </p:nvSpPr>
        <p:spPr>
          <a:xfrm>
            <a:off x="4215311" y="4395971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1" name="楕円 790">
            <a:extLst>
              <a:ext uri="{FF2B5EF4-FFF2-40B4-BE49-F238E27FC236}">
                <a16:creationId xmlns:a16="http://schemas.microsoft.com/office/drawing/2014/main" id="{FB5C7365-EA6E-5E27-0A17-D5E22C57F993}"/>
              </a:ext>
            </a:extLst>
          </p:cNvPr>
          <p:cNvSpPr/>
          <p:nvPr/>
        </p:nvSpPr>
        <p:spPr>
          <a:xfrm>
            <a:off x="5277031" y="3059931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2" name="楕円 791">
            <a:extLst>
              <a:ext uri="{FF2B5EF4-FFF2-40B4-BE49-F238E27FC236}">
                <a16:creationId xmlns:a16="http://schemas.microsoft.com/office/drawing/2014/main" id="{59AAFF6C-85CC-B42D-0B7E-21C12FC70734}"/>
              </a:ext>
            </a:extLst>
          </p:cNvPr>
          <p:cNvSpPr/>
          <p:nvPr/>
        </p:nvSpPr>
        <p:spPr>
          <a:xfrm>
            <a:off x="5277031" y="3583171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3" name="楕円 792">
            <a:extLst>
              <a:ext uri="{FF2B5EF4-FFF2-40B4-BE49-F238E27FC236}">
                <a16:creationId xmlns:a16="http://schemas.microsoft.com/office/drawing/2014/main" id="{311304D4-36E4-5FF2-CF99-DDA076AF4439}"/>
              </a:ext>
            </a:extLst>
          </p:cNvPr>
          <p:cNvSpPr/>
          <p:nvPr/>
        </p:nvSpPr>
        <p:spPr>
          <a:xfrm>
            <a:off x="5277031" y="4106411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4" name="楕円 793">
            <a:extLst>
              <a:ext uri="{FF2B5EF4-FFF2-40B4-BE49-F238E27FC236}">
                <a16:creationId xmlns:a16="http://schemas.microsoft.com/office/drawing/2014/main" id="{D536A549-44F4-D482-E7D6-3D749E49305F}"/>
              </a:ext>
            </a:extLst>
          </p:cNvPr>
          <p:cNvSpPr/>
          <p:nvPr/>
        </p:nvSpPr>
        <p:spPr>
          <a:xfrm>
            <a:off x="5277031" y="4628236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5" name="楕円 794">
            <a:extLst>
              <a:ext uri="{FF2B5EF4-FFF2-40B4-BE49-F238E27FC236}">
                <a16:creationId xmlns:a16="http://schemas.microsoft.com/office/drawing/2014/main" id="{7D5C6E98-B97D-5F9C-5708-C197BA1FB38C}"/>
              </a:ext>
            </a:extLst>
          </p:cNvPr>
          <p:cNvSpPr/>
          <p:nvPr/>
        </p:nvSpPr>
        <p:spPr>
          <a:xfrm>
            <a:off x="6338751" y="3059931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6" name="楕円 795">
            <a:extLst>
              <a:ext uri="{FF2B5EF4-FFF2-40B4-BE49-F238E27FC236}">
                <a16:creationId xmlns:a16="http://schemas.microsoft.com/office/drawing/2014/main" id="{46B56C4A-EE23-77FD-8371-3237EB11607C}"/>
              </a:ext>
            </a:extLst>
          </p:cNvPr>
          <p:cNvSpPr/>
          <p:nvPr/>
        </p:nvSpPr>
        <p:spPr>
          <a:xfrm>
            <a:off x="6338751" y="3583171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7" name="楕円 796">
            <a:extLst>
              <a:ext uri="{FF2B5EF4-FFF2-40B4-BE49-F238E27FC236}">
                <a16:creationId xmlns:a16="http://schemas.microsoft.com/office/drawing/2014/main" id="{25A99AF6-4FF4-6AE5-1276-8D6F22F7430D}"/>
              </a:ext>
            </a:extLst>
          </p:cNvPr>
          <p:cNvSpPr/>
          <p:nvPr/>
        </p:nvSpPr>
        <p:spPr>
          <a:xfrm>
            <a:off x="6338751" y="4106411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8" name="楕円 797">
            <a:extLst>
              <a:ext uri="{FF2B5EF4-FFF2-40B4-BE49-F238E27FC236}">
                <a16:creationId xmlns:a16="http://schemas.microsoft.com/office/drawing/2014/main" id="{9B45FC6D-509C-AB09-4BEF-053E9940B4EE}"/>
              </a:ext>
            </a:extLst>
          </p:cNvPr>
          <p:cNvSpPr/>
          <p:nvPr/>
        </p:nvSpPr>
        <p:spPr>
          <a:xfrm>
            <a:off x="6338751" y="4628236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9" name="楕円 798">
            <a:extLst>
              <a:ext uri="{FF2B5EF4-FFF2-40B4-BE49-F238E27FC236}">
                <a16:creationId xmlns:a16="http://schemas.microsoft.com/office/drawing/2014/main" id="{77961C84-362D-FD00-DDC0-B62D9CC47C24}"/>
              </a:ext>
            </a:extLst>
          </p:cNvPr>
          <p:cNvSpPr/>
          <p:nvPr/>
        </p:nvSpPr>
        <p:spPr>
          <a:xfrm>
            <a:off x="7400471" y="3349491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0" name="楕円 799">
            <a:extLst>
              <a:ext uri="{FF2B5EF4-FFF2-40B4-BE49-F238E27FC236}">
                <a16:creationId xmlns:a16="http://schemas.microsoft.com/office/drawing/2014/main" id="{2355F4D3-D1ED-2F4B-8BC5-633658DD7987}"/>
              </a:ext>
            </a:extLst>
          </p:cNvPr>
          <p:cNvSpPr/>
          <p:nvPr/>
        </p:nvSpPr>
        <p:spPr>
          <a:xfrm>
            <a:off x="7400471" y="3872731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1" name="楕円 800">
            <a:extLst>
              <a:ext uri="{FF2B5EF4-FFF2-40B4-BE49-F238E27FC236}">
                <a16:creationId xmlns:a16="http://schemas.microsoft.com/office/drawing/2014/main" id="{C86F2841-1883-8E90-C7D6-B805D0481E20}"/>
              </a:ext>
            </a:extLst>
          </p:cNvPr>
          <p:cNvSpPr/>
          <p:nvPr/>
        </p:nvSpPr>
        <p:spPr>
          <a:xfrm>
            <a:off x="7400471" y="4395971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02" name="直線コネクタ 801">
            <a:extLst>
              <a:ext uri="{FF2B5EF4-FFF2-40B4-BE49-F238E27FC236}">
                <a16:creationId xmlns:a16="http://schemas.microsoft.com/office/drawing/2014/main" id="{0233CCAD-626A-7C23-E23D-AF7C65EFD762}"/>
              </a:ext>
            </a:extLst>
          </p:cNvPr>
          <p:cNvCxnSpPr>
            <a:cxnSpLocks/>
            <a:stCxn id="788" idx="6"/>
            <a:endCxn id="791" idx="2"/>
          </p:cNvCxnSpPr>
          <p:nvPr/>
        </p:nvCxnSpPr>
        <p:spPr>
          <a:xfrm flipV="1">
            <a:off x="4436290" y="3170421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3" name="直線コネクタ 802">
            <a:extLst>
              <a:ext uri="{FF2B5EF4-FFF2-40B4-BE49-F238E27FC236}">
                <a16:creationId xmlns:a16="http://schemas.microsoft.com/office/drawing/2014/main" id="{EA1B2226-9319-6892-59B8-32D3940FDD68}"/>
              </a:ext>
            </a:extLst>
          </p:cNvPr>
          <p:cNvCxnSpPr>
            <a:cxnSpLocks/>
            <a:stCxn id="789" idx="6"/>
            <a:endCxn id="791" idx="2"/>
          </p:cNvCxnSpPr>
          <p:nvPr/>
        </p:nvCxnSpPr>
        <p:spPr>
          <a:xfrm flipV="1">
            <a:off x="4436290" y="3170421"/>
            <a:ext cx="840741" cy="8128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4" name="直線コネクタ 803">
            <a:extLst>
              <a:ext uri="{FF2B5EF4-FFF2-40B4-BE49-F238E27FC236}">
                <a16:creationId xmlns:a16="http://schemas.microsoft.com/office/drawing/2014/main" id="{2253A320-88EC-9A8B-B5E8-AC533FD5E700}"/>
              </a:ext>
            </a:extLst>
          </p:cNvPr>
          <p:cNvCxnSpPr>
            <a:cxnSpLocks/>
            <a:stCxn id="788" idx="6"/>
            <a:endCxn id="793" idx="2"/>
          </p:cNvCxnSpPr>
          <p:nvPr/>
        </p:nvCxnSpPr>
        <p:spPr>
          <a:xfrm>
            <a:off x="4436290" y="3459981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5" name="直線コネクタ 804">
            <a:extLst>
              <a:ext uri="{FF2B5EF4-FFF2-40B4-BE49-F238E27FC236}">
                <a16:creationId xmlns:a16="http://schemas.microsoft.com/office/drawing/2014/main" id="{E0167D7D-262E-0619-1AB7-713E5CA872E8}"/>
              </a:ext>
            </a:extLst>
          </p:cNvPr>
          <p:cNvCxnSpPr>
            <a:cxnSpLocks/>
            <a:stCxn id="789" idx="6"/>
            <a:endCxn id="792" idx="2"/>
          </p:cNvCxnSpPr>
          <p:nvPr/>
        </p:nvCxnSpPr>
        <p:spPr>
          <a:xfrm flipV="1">
            <a:off x="4436290" y="3693661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6" name="直線コネクタ 805">
            <a:extLst>
              <a:ext uri="{FF2B5EF4-FFF2-40B4-BE49-F238E27FC236}">
                <a16:creationId xmlns:a16="http://schemas.microsoft.com/office/drawing/2014/main" id="{1D975CEC-C814-B33C-2409-4AC9637D70C7}"/>
              </a:ext>
            </a:extLst>
          </p:cNvPr>
          <p:cNvCxnSpPr>
            <a:cxnSpLocks/>
            <a:stCxn id="788" idx="6"/>
            <a:endCxn id="792" idx="2"/>
          </p:cNvCxnSpPr>
          <p:nvPr/>
        </p:nvCxnSpPr>
        <p:spPr>
          <a:xfrm>
            <a:off x="4436290" y="3459981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7" name="直線コネクタ 806">
            <a:extLst>
              <a:ext uri="{FF2B5EF4-FFF2-40B4-BE49-F238E27FC236}">
                <a16:creationId xmlns:a16="http://schemas.microsoft.com/office/drawing/2014/main" id="{FAFC6E82-B4F3-D98A-B135-DF8C07DCF1EB}"/>
              </a:ext>
            </a:extLst>
          </p:cNvPr>
          <p:cNvCxnSpPr>
            <a:cxnSpLocks/>
            <a:stCxn id="788" idx="6"/>
            <a:endCxn id="794" idx="2"/>
          </p:cNvCxnSpPr>
          <p:nvPr/>
        </p:nvCxnSpPr>
        <p:spPr>
          <a:xfrm>
            <a:off x="4436290" y="3459981"/>
            <a:ext cx="840741" cy="127874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8" name="直線コネクタ 807">
            <a:extLst>
              <a:ext uri="{FF2B5EF4-FFF2-40B4-BE49-F238E27FC236}">
                <a16:creationId xmlns:a16="http://schemas.microsoft.com/office/drawing/2014/main" id="{972C80C6-E7CF-526D-1C46-0EF384D690EF}"/>
              </a:ext>
            </a:extLst>
          </p:cNvPr>
          <p:cNvCxnSpPr>
            <a:cxnSpLocks/>
            <a:stCxn id="789" idx="6"/>
            <a:endCxn id="793" idx="2"/>
          </p:cNvCxnSpPr>
          <p:nvPr/>
        </p:nvCxnSpPr>
        <p:spPr>
          <a:xfrm>
            <a:off x="4436290" y="3983221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9" name="直線コネクタ 808">
            <a:extLst>
              <a:ext uri="{FF2B5EF4-FFF2-40B4-BE49-F238E27FC236}">
                <a16:creationId xmlns:a16="http://schemas.microsoft.com/office/drawing/2014/main" id="{ABBA54CF-CA33-A667-E9D9-730812BC666B}"/>
              </a:ext>
            </a:extLst>
          </p:cNvPr>
          <p:cNvCxnSpPr>
            <a:cxnSpLocks/>
            <a:stCxn id="789" idx="6"/>
            <a:endCxn id="794" idx="2"/>
          </p:cNvCxnSpPr>
          <p:nvPr/>
        </p:nvCxnSpPr>
        <p:spPr>
          <a:xfrm>
            <a:off x="4436290" y="3983221"/>
            <a:ext cx="840741" cy="75550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0" name="直線コネクタ 809">
            <a:extLst>
              <a:ext uri="{FF2B5EF4-FFF2-40B4-BE49-F238E27FC236}">
                <a16:creationId xmlns:a16="http://schemas.microsoft.com/office/drawing/2014/main" id="{4F4EC0CE-C1C1-7C37-A51F-244662B316E4}"/>
              </a:ext>
            </a:extLst>
          </p:cNvPr>
          <p:cNvCxnSpPr>
            <a:cxnSpLocks/>
            <a:stCxn id="790" idx="6"/>
            <a:endCxn id="791" idx="2"/>
          </p:cNvCxnSpPr>
          <p:nvPr/>
        </p:nvCxnSpPr>
        <p:spPr>
          <a:xfrm flipV="1">
            <a:off x="4436290" y="3170421"/>
            <a:ext cx="840741" cy="13360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1" name="直線コネクタ 810">
            <a:extLst>
              <a:ext uri="{FF2B5EF4-FFF2-40B4-BE49-F238E27FC236}">
                <a16:creationId xmlns:a16="http://schemas.microsoft.com/office/drawing/2014/main" id="{50252D81-CDE1-0349-22EB-76436DC81A70}"/>
              </a:ext>
            </a:extLst>
          </p:cNvPr>
          <p:cNvCxnSpPr>
            <a:cxnSpLocks/>
            <a:stCxn id="790" idx="6"/>
            <a:endCxn id="792" idx="2"/>
          </p:cNvCxnSpPr>
          <p:nvPr/>
        </p:nvCxnSpPr>
        <p:spPr>
          <a:xfrm flipV="1">
            <a:off x="4436290" y="3693661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2" name="直線コネクタ 811">
            <a:extLst>
              <a:ext uri="{FF2B5EF4-FFF2-40B4-BE49-F238E27FC236}">
                <a16:creationId xmlns:a16="http://schemas.microsoft.com/office/drawing/2014/main" id="{A91BC712-CE48-9BAB-2DBE-3A194B1E593F}"/>
              </a:ext>
            </a:extLst>
          </p:cNvPr>
          <p:cNvCxnSpPr>
            <a:cxnSpLocks/>
            <a:stCxn id="790" idx="6"/>
            <a:endCxn id="793" idx="2"/>
          </p:cNvCxnSpPr>
          <p:nvPr/>
        </p:nvCxnSpPr>
        <p:spPr>
          <a:xfrm flipV="1">
            <a:off x="4436290" y="4216901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3" name="直線コネクタ 812">
            <a:extLst>
              <a:ext uri="{FF2B5EF4-FFF2-40B4-BE49-F238E27FC236}">
                <a16:creationId xmlns:a16="http://schemas.microsoft.com/office/drawing/2014/main" id="{643385BD-3B66-7449-F80A-D4F7EB8FCF7C}"/>
              </a:ext>
            </a:extLst>
          </p:cNvPr>
          <p:cNvCxnSpPr>
            <a:cxnSpLocks/>
            <a:stCxn id="790" idx="6"/>
            <a:endCxn id="794" idx="2"/>
          </p:cNvCxnSpPr>
          <p:nvPr/>
        </p:nvCxnSpPr>
        <p:spPr>
          <a:xfrm>
            <a:off x="4436290" y="4506461"/>
            <a:ext cx="840741" cy="23226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4" name="直線コネクタ 813">
            <a:extLst>
              <a:ext uri="{FF2B5EF4-FFF2-40B4-BE49-F238E27FC236}">
                <a16:creationId xmlns:a16="http://schemas.microsoft.com/office/drawing/2014/main" id="{4D84C3BB-D384-11CB-5E46-275DA97CDA5A}"/>
              </a:ext>
            </a:extLst>
          </p:cNvPr>
          <p:cNvCxnSpPr>
            <a:cxnSpLocks/>
            <a:stCxn id="791" idx="6"/>
            <a:endCxn id="795" idx="2"/>
          </p:cNvCxnSpPr>
          <p:nvPr/>
        </p:nvCxnSpPr>
        <p:spPr>
          <a:xfrm>
            <a:off x="5498010" y="3170421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5" name="直線コネクタ 814">
            <a:extLst>
              <a:ext uri="{FF2B5EF4-FFF2-40B4-BE49-F238E27FC236}">
                <a16:creationId xmlns:a16="http://schemas.microsoft.com/office/drawing/2014/main" id="{30DC0DAD-57B6-019F-A6F6-83B30572C4BB}"/>
              </a:ext>
            </a:extLst>
          </p:cNvPr>
          <p:cNvCxnSpPr>
            <a:cxnSpLocks/>
            <a:stCxn id="792" idx="6"/>
            <a:endCxn id="795" idx="2"/>
          </p:cNvCxnSpPr>
          <p:nvPr/>
        </p:nvCxnSpPr>
        <p:spPr>
          <a:xfrm flipV="1">
            <a:off x="5498010" y="3170421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6" name="直線コネクタ 815">
            <a:extLst>
              <a:ext uri="{FF2B5EF4-FFF2-40B4-BE49-F238E27FC236}">
                <a16:creationId xmlns:a16="http://schemas.microsoft.com/office/drawing/2014/main" id="{3A885F4E-EE96-D027-7DCC-19F37051852D}"/>
              </a:ext>
            </a:extLst>
          </p:cNvPr>
          <p:cNvCxnSpPr>
            <a:cxnSpLocks/>
            <a:stCxn id="791" idx="6"/>
            <a:endCxn id="797" idx="2"/>
          </p:cNvCxnSpPr>
          <p:nvPr/>
        </p:nvCxnSpPr>
        <p:spPr>
          <a:xfrm>
            <a:off x="5498010" y="3170421"/>
            <a:ext cx="840741" cy="10464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7" name="直線コネクタ 816">
            <a:extLst>
              <a:ext uri="{FF2B5EF4-FFF2-40B4-BE49-F238E27FC236}">
                <a16:creationId xmlns:a16="http://schemas.microsoft.com/office/drawing/2014/main" id="{468B1CC8-35B7-D7A3-083C-40DBF4D6A6F6}"/>
              </a:ext>
            </a:extLst>
          </p:cNvPr>
          <p:cNvCxnSpPr>
            <a:cxnSpLocks/>
            <a:stCxn id="792" idx="6"/>
            <a:endCxn id="796" idx="2"/>
          </p:cNvCxnSpPr>
          <p:nvPr/>
        </p:nvCxnSpPr>
        <p:spPr>
          <a:xfrm>
            <a:off x="5498010" y="3693661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8" name="直線コネクタ 817">
            <a:extLst>
              <a:ext uri="{FF2B5EF4-FFF2-40B4-BE49-F238E27FC236}">
                <a16:creationId xmlns:a16="http://schemas.microsoft.com/office/drawing/2014/main" id="{1DE23F0D-2A0A-4DF8-BC20-FB5CD5E89C31}"/>
              </a:ext>
            </a:extLst>
          </p:cNvPr>
          <p:cNvCxnSpPr>
            <a:cxnSpLocks/>
            <a:stCxn id="791" idx="6"/>
            <a:endCxn id="796" idx="2"/>
          </p:cNvCxnSpPr>
          <p:nvPr/>
        </p:nvCxnSpPr>
        <p:spPr>
          <a:xfrm>
            <a:off x="5498010" y="3170421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9" name="直線コネクタ 818">
            <a:extLst>
              <a:ext uri="{FF2B5EF4-FFF2-40B4-BE49-F238E27FC236}">
                <a16:creationId xmlns:a16="http://schemas.microsoft.com/office/drawing/2014/main" id="{9C754755-56B8-B979-FC32-7FA589FE7EDC}"/>
              </a:ext>
            </a:extLst>
          </p:cNvPr>
          <p:cNvCxnSpPr>
            <a:cxnSpLocks/>
            <a:stCxn id="791" idx="6"/>
            <a:endCxn id="798" idx="2"/>
          </p:cNvCxnSpPr>
          <p:nvPr/>
        </p:nvCxnSpPr>
        <p:spPr>
          <a:xfrm>
            <a:off x="5498010" y="3170421"/>
            <a:ext cx="840741" cy="156830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0" name="直線コネクタ 819">
            <a:extLst>
              <a:ext uri="{FF2B5EF4-FFF2-40B4-BE49-F238E27FC236}">
                <a16:creationId xmlns:a16="http://schemas.microsoft.com/office/drawing/2014/main" id="{1252CEAD-89F6-3A71-BFDC-17013878E9B4}"/>
              </a:ext>
            </a:extLst>
          </p:cNvPr>
          <p:cNvCxnSpPr>
            <a:cxnSpLocks/>
            <a:stCxn id="792" idx="6"/>
            <a:endCxn id="797" idx="2"/>
          </p:cNvCxnSpPr>
          <p:nvPr/>
        </p:nvCxnSpPr>
        <p:spPr>
          <a:xfrm>
            <a:off x="5498010" y="3693661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1" name="直線コネクタ 820">
            <a:extLst>
              <a:ext uri="{FF2B5EF4-FFF2-40B4-BE49-F238E27FC236}">
                <a16:creationId xmlns:a16="http://schemas.microsoft.com/office/drawing/2014/main" id="{6B1BAC8F-99C6-C882-0E74-301B0A46B83F}"/>
              </a:ext>
            </a:extLst>
          </p:cNvPr>
          <p:cNvCxnSpPr>
            <a:cxnSpLocks/>
            <a:stCxn id="792" idx="6"/>
            <a:endCxn id="798" idx="2"/>
          </p:cNvCxnSpPr>
          <p:nvPr/>
        </p:nvCxnSpPr>
        <p:spPr>
          <a:xfrm>
            <a:off x="5498010" y="3693661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2" name="直線コネクタ 821">
            <a:extLst>
              <a:ext uri="{FF2B5EF4-FFF2-40B4-BE49-F238E27FC236}">
                <a16:creationId xmlns:a16="http://schemas.microsoft.com/office/drawing/2014/main" id="{87A6FCF2-4A35-14E0-6F71-499101A00B14}"/>
              </a:ext>
            </a:extLst>
          </p:cNvPr>
          <p:cNvCxnSpPr>
            <a:cxnSpLocks/>
            <a:stCxn id="793" idx="6"/>
            <a:endCxn id="795" idx="2"/>
          </p:cNvCxnSpPr>
          <p:nvPr/>
        </p:nvCxnSpPr>
        <p:spPr>
          <a:xfrm flipV="1">
            <a:off x="5498010" y="3170421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3" name="直線コネクタ 822">
            <a:extLst>
              <a:ext uri="{FF2B5EF4-FFF2-40B4-BE49-F238E27FC236}">
                <a16:creationId xmlns:a16="http://schemas.microsoft.com/office/drawing/2014/main" id="{A21720A6-339E-79A3-B94D-8382663342E3}"/>
              </a:ext>
            </a:extLst>
          </p:cNvPr>
          <p:cNvCxnSpPr>
            <a:cxnSpLocks/>
            <a:stCxn id="793" idx="6"/>
            <a:endCxn id="796" idx="2"/>
          </p:cNvCxnSpPr>
          <p:nvPr/>
        </p:nvCxnSpPr>
        <p:spPr>
          <a:xfrm flipV="1">
            <a:off x="5498010" y="3693661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4" name="直線コネクタ 823">
            <a:extLst>
              <a:ext uri="{FF2B5EF4-FFF2-40B4-BE49-F238E27FC236}">
                <a16:creationId xmlns:a16="http://schemas.microsoft.com/office/drawing/2014/main" id="{0595A33F-EBEC-0C33-8149-88C1842E233A}"/>
              </a:ext>
            </a:extLst>
          </p:cNvPr>
          <p:cNvCxnSpPr>
            <a:cxnSpLocks/>
            <a:stCxn id="793" idx="6"/>
            <a:endCxn id="797" idx="2"/>
          </p:cNvCxnSpPr>
          <p:nvPr/>
        </p:nvCxnSpPr>
        <p:spPr>
          <a:xfrm>
            <a:off x="5498010" y="4216901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5" name="直線コネクタ 824">
            <a:extLst>
              <a:ext uri="{FF2B5EF4-FFF2-40B4-BE49-F238E27FC236}">
                <a16:creationId xmlns:a16="http://schemas.microsoft.com/office/drawing/2014/main" id="{0ACB34B2-2816-B2E1-FC53-F16696502DBB}"/>
              </a:ext>
            </a:extLst>
          </p:cNvPr>
          <p:cNvCxnSpPr>
            <a:cxnSpLocks/>
            <a:stCxn id="793" idx="6"/>
            <a:endCxn id="798" idx="2"/>
          </p:cNvCxnSpPr>
          <p:nvPr/>
        </p:nvCxnSpPr>
        <p:spPr>
          <a:xfrm>
            <a:off x="5498010" y="4216901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6" name="直線コネクタ 825">
            <a:extLst>
              <a:ext uri="{FF2B5EF4-FFF2-40B4-BE49-F238E27FC236}">
                <a16:creationId xmlns:a16="http://schemas.microsoft.com/office/drawing/2014/main" id="{D2BD4F92-2E8D-2746-A308-83A9CD88913D}"/>
              </a:ext>
            </a:extLst>
          </p:cNvPr>
          <p:cNvCxnSpPr>
            <a:cxnSpLocks/>
            <a:stCxn id="794" idx="6"/>
            <a:endCxn id="796" idx="2"/>
          </p:cNvCxnSpPr>
          <p:nvPr/>
        </p:nvCxnSpPr>
        <p:spPr>
          <a:xfrm flipV="1">
            <a:off x="5498010" y="3693661"/>
            <a:ext cx="840741" cy="104506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7" name="直線コネクタ 826">
            <a:extLst>
              <a:ext uri="{FF2B5EF4-FFF2-40B4-BE49-F238E27FC236}">
                <a16:creationId xmlns:a16="http://schemas.microsoft.com/office/drawing/2014/main" id="{F3A6B93E-97A3-E9B9-C935-C2D3F9044232}"/>
              </a:ext>
            </a:extLst>
          </p:cNvPr>
          <p:cNvCxnSpPr>
            <a:cxnSpLocks/>
            <a:stCxn id="794" idx="6"/>
            <a:endCxn id="795" idx="2"/>
          </p:cNvCxnSpPr>
          <p:nvPr/>
        </p:nvCxnSpPr>
        <p:spPr>
          <a:xfrm flipV="1">
            <a:off x="5498010" y="3170421"/>
            <a:ext cx="840741" cy="156830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8" name="直線コネクタ 827">
            <a:extLst>
              <a:ext uri="{FF2B5EF4-FFF2-40B4-BE49-F238E27FC236}">
                <a16:creationId xmlns:a16="http://schemas.microsoft.com/office/drawing/2014/main" id="{9EC88E8C-2C15-E9AF-5B6B-8DDA5E3CA667}"/>
              </a:ext>
            </a:extLst>
          </p:cNvPr>
          <p:cNvCxnSpPr>
            <a:cxnSpLocks/>
            <a:stCxn id="794" idx="6"/>
            <a:endCxn id="797" idx="2"/>
          </p:cNvCxnSpPr>
          <p:nvPr/>
        </p:nvCxnSpPr>
        <p:spPr>
          <a:xfrm flipV="1">
            <a:off x="5498010" y="4216901"/>
            <a:ext cx="840741" cy="52182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9" name="直線コネクタ 828">
            <a:extLst>
              <a:ext uri="{FF2B5EF4-FFF2-40B4-BE49-F238E27FC236}">
                <a16:creationId xmlns:a16="http://schemas.microsoft.com/office/drawing/2014/main" id="{A62453F0-6C55-774A-2E4D-F9D52A059CD6}"/>
              </a:ext>
            </a:extLst>
          </p:cNvPr>
          <p:cNvCxnSpPr>
            <a:cxnSpLocks/>
            <a:stCxn id="794" idx="6"/>
            <a:endCxn id="798" idx="2"/>
          </p:cNvCxnSpPr>
          <p:nvPr/>
        </p:nvCxnSpPr>
        <p:spPr>
          <a:xfrm>
            <a:off x="5498010" y="4738726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0" name="直線コネクタ 829">
            <a:extLst>
              <a:ext uri="{FF2B5EF4-FFF2-40B4-BE49-F238E27FC236}">
                <a16:creationId xmlns:a16="http://schemas.microsoft.com/office/drawing/2014/main" id="{E1BFBDCF-DB7C-E5DB-A227-7CEAE0EC39E6}"/>
              </a:ext>
            </a:extLst>
          </p:cNvPr>
          <p:cNvCxnSpPr>
            <a:cxnSpLocks/>
            <a:stCxn id="795" idx="6"/>
            <a:endCxn id="799" idx="2"/>
          </p:cNvCxnSpPr>
          <p:nvPr/>
        </p:nvCxnSpPr>
        <p:spPr>
          <a:xfrm>
            <a:off x="6559730" y="3170421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1" name="直線コネクタ 830">
            <a:extLst>
              <a:ext uri="{FF2B5EF4-FFF2-40B4-BE49-F238E27FC236}">
                <a16:creationId xmlns:a16="http://schemas.microsoft.com/office/drawing/2014/main" id="{E3D0D23A-843D-388D-5954-E902EB678285}"/>
              </a:ext>
            </a:extLst>
          </p:cNvPr>
          <p:cNvCxnSpPr>
            <a:cxnSpLocks/>
            <a:stCxn id="796" idx="6"/>
            <a:endCxn id="799" idx="2"/>
          </p:cNvCxnSpPr>
          <p:nvPr/>
        </p:nvCxnSpPr>
        <p:spPr>
          <a:xfrm flipV="1">
            <a:off x="6559730" y="3459981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2" name="直線コネクタ 831">
            <a:extLst>
              <a:ext uri="{FF2B5EF4-FFF2-40B4-BE49-F238E27FC236}">
                <a16:creationId xmlns:a16="http://schemas.microsoft.com/office/drawing/2014/main" id="{DE80F0CD-8731-FE13-8BDE-CEE96CDD264E}"/>
              </a:ext>
            </a:extLst>
          </p:cNvPr>
          <p:cNvCxnSpPr>
            <a:cxnSpLocks/>
            <a:stCxn id="795" idx="6"/>
            <a:endCxn id="801" idx="2"/>
          </p:cNvCxnSpPr>
          <p:nvPr/>
        </p:nvCxnSpPr>
        <p:spPr>
          <a:xfrm>
            <a:off x="6559730" y="3170421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3" name="直線コネクタ 832">
            <a:extLst>
              <a:ext uri="{FF2B5EF4-FFF2-40B4-BE49-F238E27FC236}">
                <a16:creationId xmlns:a16="http://schemas.microsoft.com/office/drawing/2014/main" id="{367FB0C8-D1EA-7BCF-C7F2-128168CE50FA}"/>
              </a:ext>
            </a:extLst>
          </p:cNvPr>
          <p:cNvCxnSpPr>
            <a:cxnSpLocks/>
            <a:stCxn id="796" idx="6"/>
            <a:endCxn id="801" idx="2"/>
          </p:cNvCxnSpPr>
          <p:nvPr/>
        </p:nvCxnSpPr>
        <p:spPr>
          <a:xfrm>
            <a:off x="6559730" y="3693661"/>
            <a:ext cx="840741" cy="8128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4" name="直線コネクタ 833">
            <a:extLst>
              <a:ext uri="{FF2B5EF4-FFF2-40B4-BE49-F238E27FC236}">
                <a16:creationId xmlns:a16="http://schemas.microsoft.com/office/drawing/2014/main" id="{19D42361-81FF-5CA3-B0CD-94204A4C5F92}"/>
              </a:ext>
            </a:extLst>
          </p:cNvPr>
          <p:cNvCxnSpPr>
            <a:cxnSpLocks/>
            <a:stCxn id="795" idx="6"/>
            <a:endCxn id="800" idx="2"/>
          </p:cNvCxnSpPr>
          <p:nvPr/>
        </p:nvCxnSpPr>
        <p:spPr>
          <a:xfrm>
            <a:off x="6559730" y="3170421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5" name="直線コネクタ 834">
            <a:extLst>
              <a:ext uri="{FF2B5EF4-FFF2-40B4-BE49-F238E27FC236}">
                <a16:creationId xmlns:a16="http://schemas.microsoft.com/office/drawing/2014/main" id="{27873FBB-46F9-E602-60F2-BACB078631E2}"/>
              </a:ext>
            </a:extLst>
          </p:cNvPr>
          <p:cNvCxnSpPr>
            <a:cxnSpLocks/>
            <a:stCxn id="798" idx="6"/>
            <a:endCxn id="800" idx="2"/>
          </p:cNvCxnSpPr>
          <p:nvPr/>
        </p:nvCxnSpPr>
        <p:spPr>
          <a:xfrm flipV="1">
            <a:off x="6559730" y="3983221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6" name="直線コネクタ 835">
            <a:extLst>
              <a:ext uri="{FF2B5EF4-FFF2-40B4-BE49-F238E27FC236}">
                <a16:creationId xmlns:a16="http://schemas.microsoft.com/office/drawing/2014/main" id="{A4C9073E-8FBF-8D0F-DA7E-BC64F301259B}"/>
              </a:ext>
            </a:extLst>
          </p:cNvPr>
          <p:cNvCxnSpPr>
            <a:cxnSpLocks/>
            <a:stCxn id="797" idx="6"/>
            <a:endCxn id="801" idx="2"/>
          </p:cNvCxnSpPr>
          <p:nvPr/>
        </p:nvCxnSpPr>
        <p:spPr>
          <a:xfrm>
            <a:off x="6559730" y="4216901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7" name="直線コネクタ 836">
            <a:extLst>
              <a:ext uri="{FF2B5EF4-FFF2-40B4-BE49-F238E27FC236}">
                <a16:creationId xmlns:a16="http://schemas.microsoft.com/office/drawing/2014/main" id="{F0590F68-6441-5366-8EE7-82C21F4EB969}"/>
              </a:ext>
            </a:extLst>
          </p:cNvPr>
          <p:cNvCxnSpPr>
            <a:cxnSpLocks/>
            <a:stCxn id="798" idx="6"/>
            <a:endCxn id="801" idx="2"/>
          </p:cNvCxnSpPr>
          <p:nvPr/>
        </p:nvCxnSpPr>
        <p:spPr>
          <a:xfrm flipV="1">
            <a:off x="6559730" y="4506461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8" name="直線コネクタ 837">
            <a:extLst>
              <a:ext uri="{FF2B5EF4-FFF2-40B4-BE49-F238E27FC236}">
                <a16:creationId xmlns:a16="http://schemas.microsoft.com/office/drawing/2014/main" id="{DA8E1EEC-E824-96C3-5638-BA6F333031DF}"/>
              </a:ext>
            </a:extLst>
          </p:cNvPr>
          <p:cNvCxnSpPr>
            <a:cxnSpLocks/>
            <a:stCxn id="797" idx="6"/>
            <a:endCxn id="799" idx="2"/>
          </p:cNvCxnSpPr>
          <p:nvPr/>
        </p:nvCxnSpPr>
        <p:spPr>
          <a:xfrm flipV="1">
            <a:off x="6559730" y="3459981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9" name="直線コネクタ 838">
            <a:extLst>
              <a:ext uri="{FF2B5EF4-FFF2-40B4-BE49-F238E27FC236}">
                <a16:creationId xmlns:a16="http://schemas.microsoft.com/office/drawing/2014/main" id="{5E270EE2-45F8-5F40-2F1D-1FC06001263F}"/>
              </a:ext>
            </a:extLst>
          </p:cNvPr>
          <p:cNvCxnSpPr>
            <a:cxnSpLocks/>
            <a:stCxn id="798" idx="6"/>
            <a:endCxn id="799" idx="2"/>
          </p:cNvCxnSpPr>
          <p:nvPr/>
        </p:nvCxnSpPr>
        <p:spPr>
          <a:xfrm flipV="1">
            <a:off x="6559730" y="3459981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0" name="直線コネクタ 839">
            <a:extLst>
              <a:ext uri="{FF2B5EF4-FFF2-40B4-BE49-F238E27FC236}">
                <a16:creationId xmlns:a16="http://schemas.microsoft.com/office/drawing/2014/main" id="{53902AEE-9C7A-CF19-3767-9E8E93DB07E1}"/>
              </a:ext>
            </a:extLst>
          </p:cNvPr>
          <p:cNvCxnSpPr>
            <a:cxnSpLocks/>
            <a:stCxn id="797" idx="6"/>
            <a:endCxn id="800" idx="2"/>
          </p:cNvCxnSpPr>
          <p:nvPr/>
        </p:nvCxnSpPr>
        <p:spPr>
          <a:xfrm flipV="1">
            <a:off x="6559730" y="3983221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1" name="直線コネクタ 840">
            <a:extLst>
              <a:ext uri="{FF2B5EF4-FFF2-40B4-BE49-F238E27FC236}">
                <a16:creationId xmlns:a16="http://schemas.microsoft.com/office/drawing/2014/main" id="{EB04665C-D6DB-A854-4364-5252AD34698D}"/>
              </a:ext>
            </a:extLst>
          </p:cNvPr>
          <p:cNvCxnSpPr>
            <a:cxnSpLocks/>
            <a:stCxn id="796" idx="6"/>
            <a:endCxn id="800" idx="2"/>
          </p:cNvCxnSpPr>
          <p:nvPr/>
        </p:nvCxnSpPr>
        <p:spPr>
          <a:xfrm>
            <a:off x="6559730" y="3693661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2" name="テキスト ボックス 841">
                <a:extLst>
                  <a:ext uri="{FF2B5EF4-FFF2-40B4-BE49-F238E27FC236}">
                    <a16:creationId xmlns:a16="http://schemas.microsoft.com/office/drawing/2014/main" id="{403A2C86-88EC-A974-D5FB-464579AEFE3A}"/>
                  </a:ext>
                </a:extLst>
              </p:cNvPr>
              <p:cNvSpPr txBox="1"/>
              <p:nvPr/>
            </p:nvSpPr>
            <p:spPr>
              <a:xfrm>
                <a:off x="4271429" y="3387166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2" name="テキスト ボックス 841">
                <a:extLst>
                  <a:ext uri="{FF2B5EF4-FFF2-40B4-BE49-F238E27FC236}">
                    <a16:creationId xmlns:a16="http://schemas.microsoft.com/office/drawing/2014/main" id="{403A2C86-88EC-A974-D5FB-464579AEF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429" y="3387166"/>
                <a:ext cx="123688" cy="123111"/>
              </a:xfrm>
              <a:prstGeom prst="rect">
                <a:avLst/>
              </a:prstGeom>
              <a:blipFill>
                <a:blip r:embed="rId50"/>
                <a:stretch>
                  <a:fillRect l="-1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3" name="テキスト ボックス 842">
                <a:extLst>
                  <a:ext uri="{FF2B5EF4-FFF2-40B4-BE49-F238E27FC236}">
                    <a16:creationId xmlns:a16="http://schemas.microsoft.com/office/drawing/2014/main" id="{17D1D5A6-831E-C66D-B0DD-AD6F2D5EB29A}"/>
                  </a:ext>
                </a:extLst>
              </p:cNvPr>
              <p:cNvSpPr txBox="1"/>
              <p:nvPr/>
            </p:nvSpPr>
            <p:spPr>
              <a:xfrm>
                <a:off x="4271428" y="3907776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3" name="テキスト ボックス 842">
                <a:extLst>
                  <a:ext uri="{FF2B5EF4-FFF2-40B4-BE49-F238E27FC236}">
                    <a16:creationId xmlns:a16="http://schemas.microsoft.com/office/drawing/2014/main" id="{17D1D5A6-831E-C66D-B0DD-AD6F2D5EB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428" y="3907776"/>
                <a:ext cx="126060" cy="123111"/>
              </a:xfrm>
              <a:prstGeom prst="rect">
                <a:avLst/>
              </a:prstGeom>
              <a:blipFill>
                <a:blip r:embed="rId51"/>
                <a:stretch>
                  <a:fillRect l="-15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4" name="テキスト ボックス 843">
                <a:extLst>
                  <a:ext uri="{FF2B5EF4-FFF2-40B4-BE49-F238E27FC236}">
                    <a16:creationId xmlns:a16="http://schemas.microsoft.com/office/drawing/2014/main" id="{08B0212E-AEA0-52AC-9959-6F5C781055FE}"/>
                  </a:ext>
                </a:extLst>
              </p:cNvPr>
              <p:cNvSpPr txBox="1"/>
              <p:nvPr/>
            </p:nvSpPr>
            <p:spPr>
              <a:xfrm>
                <a:off x="4268252" y="4433194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4" name="テキスト ボックス 843">
                <a:extLst>
                  <a:ext uri="{FF2B5EF4-FFF2-40B4-BE49-F238E27FC236}">
                    <a16:creationId xmlns:a16="http://schemas.microsoft.com/office/drawing/2014/main" id="{08B0212E-AEA0-52AC-9959-6F5C78105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252" y="4433194"/>
                <a:ext cx="126060" cy="123111"/>
              </a:xfrm>
              <a:prstGeom prst="rect">
                <a:avLst/>
              </a:prstGeom>
              <a:blipFill>
                <a:blip r:embed="rId4"/>
                <a:stretch>
                  <a:fillRect l="-9524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5" name="テキスト ボックス 844">
                <a:extLst>
                  <a:ext uri="{FF2B5EF4-FFF2-40B4-BE49-F238E27FC236}">
                    <a16:creationId xmlns:a16="http://schemas.microsoft.com/office/drawing/2014/main" id="{66416C66-6765-8C83-DA00-DA41D1611765}"/>
                  </a:ext>
                </a:extLst>
              </p:cNvPr>
              <p:cNvSpPr txBox="1"/>
              <p:nvPr/>
            </p:nvSpPr>
            <p:spPr>
              <a:xfrm>
                <a:off x="5332027" y="3104568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5" name="テキスト ボックス 844">
                <a:extLst>
                  <a:ext uri="{FF2B5EF4-FFF2-40B4-BE49-F238E27FC236}">
                    <a16:creationId xmlns:a16="http://schemas.microsoft.com/office/drawing/2014/main" id="{66416C66-6765-8C83-DA00-DA41D1611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027" y="3104568"/>
                <a:ext cx="118815" cy="123111"/>
              </a:xfrm>
              <a:prstGeom prst="rect">
                <a:avLst/>
              </a:prstGeom>
              <a:blipFill>
                <a:blip r:embed="rId52"/>
                <a:stretch>
                  <a:fillRect l="-26316" r="-1578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6" name="テキスト ボックス 845">
                <a:extLst>
                  <a:ext uri="{FF2B5EF4-FFF2-40B4-BE49-F238E27FC236}">
                    <a16:creationId xmlns:a16="http://schemas.microsoft.com/office/drawing/2014/main" id="{5E58C020-A7D9-5EA5-3000-AD52B9BCB064}"/>
                  </a:ext>
                </a:extLst>
              </p:cNvPr>
              <p:cNvSpPr txBox="1"/>
              <p:nvPr/>
            </p:nvSpPr>
            <p:spPr>
              <a:xfrm>
                <a:off x="5329655" y="3633481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6" name="テキスト ボックス 845">
                <a:extLst>
                  <a:ext uri="{FF2B5EF4-FFF2-40B4-BE49-F238E27FC236}">
                    <a16:creationId xmlns:a16="http://schemas.microsoft.com/office/drawing/2014/main" id="{5E58C020-A7D9-5EA5-3000-AD52B9BC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655" y="3633481"/>
                <a:ext cx="121187" cy="123111"/>
              </a:xfrm>
              <a:prstGeom prst="rect">
                <a:avLst/>
              </a:prstGeom>
              <a:blipFill>
                <a:blip r:embed="rId53"/>
                <a:stretch>
                  <a:fillRect l="-20000" r="-15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7" name="テキスト ボックス 846">
                <a:extLst>
                  <a:ext uri="{FF2B5EF4-FFF2-40B4-BE49-F238E27FC236}">
                    <a16:creationId xmlns:a16="http://schemas.microsoft.com/office/drawing/2014/main" id="{7549C664-726B-81ED-53DD-06E9D7B8CF66}"/>
                  </a:ext>
                </a:extLst>
              </p:cNvPr>
              <p:cNvSpPr txBox="1"/>
              <p:nvPr/>
            </p:nvSpPr>
            <p:spPr>
              <a:xfrm>
                <a:off x="5326416" y="4158982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7" name="テキスト ボックス 846">
                <a:extLst>
                  <a:ext uri="{FF2B5EF4-FFF2-40B4-BE49-F238E27FC236}">
                    <a16:creationId xmlns:a16="http://schemas.microsoft.com/office/drawing/2014/main" id="{7549C664-726B-81ED-53DD-06E9D7B8C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416" y="4158982"/>
                <a:ext cx="121187" cy="123111"/>
              </a:xfrm>
              <a:prstGeom prst="rect">
                <a:avLst/>
              </a:prstGeom>
              <a:blipFill>
                <a:blip r:embed="rId7"/>
                <a:stretch>
                  <a:fillRect l="-25000" r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テキスト ボックス 847">
                <a:extLst>
                  <a:ext uri="{FF2B5EF4-FFF2-40B4-BE49-F238E27FC236}">
                    <a16:creationId xmlns:a16="http://schemas.microsoft.com/office/drawing/2014/main" id="{A08B662D-DA5F-A8F3-55A5-503D5ECE348E}"/>
                  </a:ext>
                </a:extLst>
              </p:cNvPr>
              <p:cNvSpPr txBox="1"/>
              <p:nvPr/>
            </p:nvSpPr>
            <p:spPr>
              <a:xfrm>
                <a:off x="5330673" y="4678389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8" name="テキスト ボックス 847">
                <a:extLst>
                  <a:ext uri="{FF2B5EF4-FFF2-40B4-BE49-F238E27FC236}">
                    <a16:creationId xmlns:a16="http://schemas.microsoft.com/office/drawing/2014/main" id="{A08B662D-DA5F-A8F3-55A5-503D5ECE3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73" y="4678389"/>
                <a:ext cx="121187" cy="123111"/>
              </a:xfrm>
              <a:prstGeom prst="rect">
                <a:avLst/>
              </a:prstGeom>
              <a:blipFill>
                <a:blip r:embed="rId54"/>
                <a:stretch>
                  <a:fillRect l="-20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テキスト ボックス 848">
                <a:extLst>
                  <a:ext uri="{FF2B5EF4-FFF2-40B4-BE49-F238E27FC236}">
                    <a16:creationId xmlns:a16="http://schemas.microsoft.com/office/drawing/2014/main" id="{1C9D9F8B-8E16-A070-9FD2-45ED3F90A887}"/>
                  </a:ext>
                </a:extLst>
              </p:cNvPr>
              <p:cNvSpPr txBox="1"/>
              <p:nvPr/>
            </p:nvSpPr>
            <p:spPr>
              <a:xfrm>
                <a:off x="6399361" y="3100520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49" name="テキスト ボックス 848">
                <a:extLst>
                  <a:ext uri="{FF2B5EF4-FFF2-40B4-BE49-F238E27FC236}">
                    <a16:creationId xmlns:a16="http://schemas.microsoft.com/office/drawing/2014/main" id="{1C9D9F8B-8E16-A070-9FD2-45ED3F90A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361" y="3100520"/>
                <a:ext cx="109965" cy="123111"/>
              </a:xfrm>
              <a:prstGeom prst="rect">
                <a:avLst/>
              </a:prstGeom>
              <a:blipFill>
                <a:blip r:embed="rId55"/>
                <a:stretch>
                  <a:fillRect l="-16667" r="-16667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" name="テキスト ボックス 849">
                <a:extLst>
                  <a:ext uri="{FF2B5EF4-FFF2-40B4-BE49-F238E27FC236}">
                    <a16:creationId xmlns:a16="http://schemas.microsoft.com/office/drawing/2014/main" id="{4801682B-9AAC-AF19-5A0F-D99A3DD5F34F}"/>
                  </a:ext>
                </a:extLst>
              </p:cNvPr>
              <p:cNvSpPr txBox="1"/>
              <p:nvPr/>
            </p:nvSpPr>
            <p:spPr>
              <a:xfrm>
                <a:off x="6392755" y="3623082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0" name="テキスト ボックス 849">
                <a:extLst>
                  <a:ext uri="{FF2B5EF4-FFF2-40B4-BE49-F238E27FC236}">
                    <a16:creationId xmlns:a16="http://schemas.microsoft.com/office/drawing/2014/main" id="{4801682B-9AAC-AF19-5A0F-D99A3DD5F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755" y="3623082"/>
                <a:ext cx="112338" cy="123111"/>
              </a:xfrm>
              <a:prstGeom prst="rect">
                <a:avLst/>
              </a:prstGeom>
              <a:blipFill>
                <a:blip r:embed="rId56"/>
                <a:stretch>
                  <a:fillRect l="-16667" r="-1666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1" name="テキスト ボックス 850">
                <a:extLst>
                  <a:ext uri="{FF2B5EF4-FFF2-40B4-BE49-F238E27FC236}">
                    <a16:creationId xmlns:a16="http://schemas.microsoft.com/office/drawing/2014/main" id="{44A4B84E-FA87-800D-6782-795AE8E6427E}"/>
                  </a:ext>
                </a:extLst>
              </p:cNvPr>
              <p:cNvSpPr txBox="1"/>
              <p:nvPr/>
            </p:nvSpPr>
            <p:spPr>
              <a:xfrm>
                <a:off x="6393750" y="4146466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51" name="テキスト ボックス 850">
                <a:extLst>
                  <a:ext uri="{FF2B5EF4-FFF2-40B4-BE49-F238E27FC236}">
                    <a16:creationId xmlns:a16="http://schemas.microsoft.com/office/drawing/2014/main" id="{44A4B84E-FA87-800D-6782-795AE8E64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750" y="4146466"/>
                <a:ext cx="112338" cy="123111"/>
              </a:xfrm>
              <a:prstGeom prst="rect">
                <a:avLst/>
              </a:prstGeom>
              <a:blipFill>
                <a:blip r:embed="rId57"/>
                <a:stretch>
                  <a:fillRect l="-16667" r="-16667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2" name="テキスト ボックス 851">
                <a:extLst>
                  <a:ext uri="{FF2B5EF4-FFF2-40B4-BE49-F238E27FC236}">
                    <a16:creationId xmlns:a16="http://schemas.microsoft.com/office/drawing/2014/main" id="{B8D6B04B-CD2C-872D-6C25-B249FE142201}"/>
                  </a:ext>
                </a:extLst>
              </p:cNvPr>
              <p:cNvSpPr txBox="1"/>
              <p:nvPr/>
            </p:nvSpPr>
            <p:spPr>
              <a:xfrm>
                <a:off x="6391687" y="4664524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52" name="テキスト ボックス 851">
                <a:extLst>
                  <a:ext uri="{FF2B5EF4-FFF2-40B4-BE49-F238E27FC236}">
                    <a16:creationId xmlns:a16="http://schemas.microsoft.com/office/drawing/2014/main" id="{B8D6B04B-CD2C-872D-6C25-B249FE142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687" y="4664524"/>
                <a:ext cx="112338" cy="123111"/>
              </a:xfrm>
              <a:prstGeom prst="rect">
                <a:avLst/>
              </a:prstGeom>
              <a:blipFill>
                <a:blip r:embed="rId58"/>
                <a:stretch>
                  <a:fillRect l="-16667" r="-16667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3" name="楕円 852">
            <a:extLst>
              <a:ext uri="{FF2B5EF4-FFF2-40B4-BE49-F238E27FC236}">
                <a16:creationId xmlns:a16="http://schemas.microsoft.com/office/drawing/2014/main" id="{87A6F7C3-F9C5-4796-ED82-2CF9C7F85A0F}"/>
              </a:ext>
            </a:extLst>
          </p:cNvPr>
          <p:cNvSpPr/>
          <p:nvPr/>
        </p:nvSpPr>
        <p:spPr>
          <a:xfrm>
            <a:off x="7397703" y="4400205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4" name="テキスト ボックス 853">
                <a:extLst>
                  <a:ext uri="{FF2B5EF4-FFF2-40B4-BE49-F238E27FC236}">
                    <a16:creationId xmlns:a16="http://schemas.microsoft.com/office/drawing/2014/main" id="{9295F36A-04AB-4DC3-B7AE-48EE0780056E}"/>
                  </a:ext>
                </a:extLst>
              </p:cNvPr>
              <p:cNvSpPr txBox="1"/>
              <p:nvPr/>
            </p:nvSpPr>
            <p:spPr>
              <a:xfrm>
                <a:off x="7453821" y="3391400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54" name="テキスト ボックス 853">
                <a:extLst>
                  <a:ext uri="{FF2B5EF4-FFF2-40B4-BE49-F238E27FC236}">
                    <a16:creationId xmlns:a16="http://schemas.microsoft.com/office/drawing/2014/main" id="{9295F36A-04AB-4DC3-B7AE-48EE07800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821" y="3391400"/>
                <a:ext cx="125291" cy="123111"/>
              </a:xfrm>
              <a:prstGeom prst="rect">
                <a:avLst/>
              </a:prstGeom>
              <a:blipFill>
                <a:blip r:embed="rId13"/>
                <a:stretch>
                  <a:fillRect l="-25000" r="-15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5" name="テキスト ボックス 854">
                <a:extLst>
                  <a:ext uri="{FF2B5EF4-FFF2-40B4-BE49-F238E27FC236}">
                    <a16:creationId xmlns:a16="http://schemas.microsoft.com/office/drawing/2014/main" id="{DE59F9D5-778B-80B6-4D72-755B2F0D5AF1}"/>
                  </a:ext>
                </a:extLst>
              </p:cNvPr>
              <p:cNvSpPr txBox="1"/>
              <p:nvPr/>
            </p:nvSpPr>
            <p:spPr>
              <a:xfrm>
                <a:off x="7453820" y="3912010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55" name="テキスト ボックス 854">
                <a:extLst>
                  <a:ext uri="{FF2B5EF4-FFF2-40B4-BE49-F238E27FC236}">
                    <a16:creationId xmlns:a16="http://schemas.microsoft.com/office/drawing/2014/main" id="{DE59F9D5-778B-80B6-4D72-755B2F0D5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820" y="3912010"/>
                <a:ext cx="127664" cy="123111"/>
              </a:xfrm>
              <a:prstGeom prst="rect">
                <a:avLst/>
              </a:prstGeom>
              <a:blipFill>
                <a:blip r:embed="rId14"/>
                <a:stretch>
                  <a:fillRect l="-23810" t="-5000" r="-9524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6" name="テキスト ボックス 855">
                <a:extLst>
                  <a:ext uri="{FF2B5EF4-FFF2-40B4-BE49-F238E27FC236}">
                    <a16:creationId xmlns:a16="http://schemas.microsoft.com/office/drawing/2014/main" id="{3158DD78-D835-D6EC-395B-3F805A23F2B4}"/>
                  </a:ext>
                </a:extLst>
              </p:cNvPr>
              <p:cNvSpPr txBox="1"/>
              <p:nvPr/>
            </p:nvSpPr>
            <p:spPr>
              <a:xfrm>
                <a:off x="7450644" y="4437428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856" name="テキスト ボックス 855">
                <a:extLst>
                  <a:ext uri="{FF2B5EF4-FFF2-40B4-BE49-F238E27FC236}">
                    <a16:creationId xmlns:a16="http://schemas.microsoft.com/office/drawing/2014/main" id="{3158DD78-D835-D6EC-395B-3F805A23F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44" y="4437428"/>
                <a:ext cx="127664" cy="123111"/>
              </a:xfrm>
              <a:prstGeom prst="rect">
                <a:avLst/>
              </a:prstGeom>
              <a:blipFill>
                <a:blip r:embed="rId15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9" name="楕円 878">
            <a:extLst>
              <a:ext uri="{FF2B5EF4-FFF2-40B4-BE49-F238E27FC236}">
                <a16:creationId xmlns:a16="http://schemas.microsoft.com/office/drawing/2014/main" id="{2331D301-8D1D-5D49-FF03-231F4712A44A}"/>
              </a:ext>
            </a:extLst>
          </p:cNvPr>
          <p:cNvSpPr/>
          <p:nvPr/>
        </p:nvSpPr>
        <p:spPr>
          <a:xfrm>
            <a:off x="7868900" y="3357512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5E7F0F84-9C4A-74D2-3611-FAC5933FCA9D}"/>
              </a:ext>
            </a:extLst>
          </p:cNvPr>
          <p:cNvSpPr/>
          <p:nvPr/>
        </p:nvSpPr>
        <p:spPr>
          <a:xfrm>
            <a:off x="7868900" y="3880752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9FAFC682-7F21-E912-6D62-B1F8521F4AB9}"/>
              </a:ext>
            </a:extLst>
          </p:cNvPr>
          <p:cNvSpPr/>
          <p:nvPr/>
        </p:nvSpPr>
        <p:spPr>
          <a:xfrm>
            <a:off x="7868900" y="4403992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2" name="楕円 881">
            <a:extLst>
              <a:ext uri="{FF2B5EF4-FFF2-40B4-BE49-F238E27FC236}">
                <a16:creationId xmlns:a16="http://schemas.microsoft.com/office/drawing/2014/main" id="{08B9B2F8-3A25-ED64-EB31-313372765911}"/>
              </a:ext>
            </a:extLst>
          </p:cNvPr>
          <p:cNvSpPr/>
          <p:nvPr/>
        </p:nvSpPr>
        <p:spPr>
          <a:xfrm>
            <a:off x="8930620" y="3067952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BB06A8CD-61EF-9B37-017C-BCBEA45E0BC6}"/>
              </a:ext>
            </a:extLst>
          </p:cNvPr>
          <p:cNvSpPr/>
          <p:nvPr/>
        </p:nvSpPr>
        <p:spPr>
          <a:xfrm>
            <a:off x="8930620" y="3591192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4" name="楕円 883">
            <a:extLst>
              <a:ext uri="{FF2B5EF4-FFF2-40B4-BE49-F238E27FC236}">
                <a16:creationId xmlns:a16="http://schemas.microsoft.com/office/drawing/2014/main" id="{C0E994DE-3F4D-4896-8E84-104CE1E27F3B}"/>
              </a:ext>
            </a:extLst>
          </p:cNvPr>
          <p:cNvSpPr/>
          <p:nvPr/>
        </p:nvSpPr>
        <p:spPr>
          <a:xfrm>
            <a:off x="8930620" y="4114432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5" name="楕円 884">
            <a:extLst>
              <a:ext uri="{FF2B5EF4-FFF2-40B4-BE49-F238E27FC236}">
                <a16:creationId xmlns:a16="http://schemas.microsoft.com/office/drawing/2014/main" id="{36639499-4084-20F5-12E3-9AA376F94D1F}"/>
              </a:ext>
            </a:extLst>
          </p:cNvPr>
          <p:cNvSpPr/>
          <p:nvPr/>
        </p:nvSpPr>
        <p:spPr>
          <a:xfrm>
            <a:off x="8930620" y="4636257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6" name="楕円 885">
            <a:extLst>
              <a:ext uri="{FF2B5EF4-FFF2-40B4-BE49-F238E27FC236}">
                <a16:creationId xmlns:a16="http://schemas.microsoft.com/office/drawing/2014/main" id="{9E801950-A761-5381-7C22-250F2F2A07D9}"/>
              </a:ext>
            </a:extLst>
          </p:cNvPr>
          <p:cNvSpPr/>
          <p:nvPr/>
        </p:nvSpPr>
        <p:spPr>
          <a:xfrm>
            <a:off x="9992340" y="3067952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7" name="楕円 886">
            <a:extLst>
              <a:ext uri="{FF2B5EF4-FFF2-40B4-BE49-F238E27FC236}">
                <a16:creationId xmlns:a16="http://schemas.microsoft.com/office/drawing/2014/main" id="{5EB86637-6586-3E4C-AC03-FF6328CDB44D}"/>
              </a:ext>
            </a:extLst>
          </p:cNvPr>
          <p:cNvSpPr/>
          <p:nvPr/>
        </p:nvSpPr>
        <p:spPr>
          <a:xfrm>
            <a:off x="9992340" y="3591192"/>
            <a:ext cx="220979" cy="2209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8" name="楕円 887">
            <a:extLst>
              <a:ext uri="{FF2B5EF4-FFF2-40B4-BE49-F238E27FC236}">
                <a16:creationId xmlns:a16="http://schemas.microsoft.com/office/drawing/2014/main" id="{06B42221-10B4-F5A9-1E36-1C165068B1AC}"/>
              </a:ext>
            </a:extLst>
          </p:cNvPr>
          <p:cNvSpPr/>
          <p:nvPr/>
        </p:nvSpPr>
        <p:spPr>
          <a:xfrm>
            <a:off x="9992340" y="4114432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9" name="楕円 888">
            <a:extLst>
              <a:ext uri="{FF2B5EF4-FFF2-40B4-BE49-F238E27FC236}">
                <a16:creationId xmlns:a16="http://schemas.microsoft.com/office/drawing/2014/main" id="{A2C1BADD-6728-BCC2-8E6C-8C63C96E73A5}"/>
              </a:ext>
            </a:extLst>
          </p:cNvPr>
          <p:cNvSpPr/>
          <p:nvPr/>
        </p:nvSpPr>
        <p:spPr>
          <a:xfrm>
            <a:off x="9992340" y="4636257"/>
            <a:ext cx="220979" cy="22097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0" name="楕円 889">
            <a:extLst>
              <a:ext uri="{FF2B5EF4-FFF2-40B4-BE49-F238E27FC236}">
                <a16:creationId xmlns:a16="http://schemas.microsoft.com/office/drawing/2014/main" id="{67194F13-0DF8-3B73-5929-94D6B6F5BBEB}"/>
              </a:ext>
            </a:extLst>
          </p:cNvPr>
          <p:cNvSpPr/>
          <p:nvPr/>
        </p:nvSpPr>
        <p:spPr>
          <a:xfrm>
            <a:off x="11054060" y="3357512"/>
            <a:ext cx="220979" cy="2209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1" name="楕円 890">
            <a:extLst>
              <a:ext uri="{FF2B5EF4-FFF2-40B4-BE49-F238E27FC236}">
                <a16:creationId xmlns:a16="http://schemas.microsoft.com/office/drawing/2014/main" id="{BF26869C-B574-3E87-8963-A2986A3A38AA}"/>
              </a:ext>
            </a:extLst>
          </p:cNvPr>
          <p:cNvSpPr/>
          <p:nvPr/>
        </p:nvSpPr>
        <p:spPr>
          <a:xfrm>
            <a:off x="11054060" y="3880752"/>
            <a:ext cx="220979" cy="2209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2" name="楕円 891">
            <a:extLst>
              <a:ext uri="{FF2B5EF4-FFF2-40B4-BE49-F238E27FC236}">
                <a16:creationId xmlns:a16="http://schemas.microsoft.com/office/drawing/2014/main" id="{7666ACB4-0B7B-397B-DF55-26EB4B62C483}"/>
              </a:ext>
            </a:extLst>
          </p:cNvPr>
          <p:cNvSpPr/>
          <p:nvPr/>
        </p:nvSpPr>
        <p:spPr>
          <a:xfrm>
            <a:off x="11054060" y="4403992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93" name="直線コネクタ 892">
            <a:extLst>
              <a:ext uri="{FF2B5EF4-FFF2-40B4-BE49-F238E27FC236}">
                <a16:creationId xmlns:a16="http://schemas.microsoft.com/office/drawing/2014/main" id="{47DB0FAA-BF63-209A-50A5-B84096BA06F2}"/>
              </a:ext>
            </a:extLst>
          </p:cNvPr>
          <p:cNvCxnSpPr>
            <a:cxnSpLocks/>
            <a:stCxn id="879" idx="6"/>
            <a:endCxn id="882" idx="2"/>
          </p:cNvCxnSpPr>
          <p:nvPr/>
        </p:nvCxnSpPr>
        <p:spPr>
          <a:xfrm flipV="1">
            <a:off x="8089879" y="3178442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4" name="直線コネクタ 893">
            <a:extLst>
              <a:ext uri="{FF2B5EF4-FFF2-40B4-BE49-F238E27FC236}">
                <a16:creationId xmlns:a16="http://schemas.microsoft.com/office/drawing/2014/main" id="{0096E57D-0894-E2F9-8721-93A7A555C8EB}"/>
              </a:ext>
            </a:extLst>
          </p:cNvPr>
          <p:cNvCxnSpPr>
            <a:cxnSpLocks/>
            <a:stCxn id="880" idx="6"/>
            <a:endCxn id="882" idx="2"/>
          </p:cNvCxnSpPr>
          <p:nvPr/>
        </p:nvCxnSpPr>
        <p:spPr>
          <a:xfrm flipV="1">
            <a:off x="8089879" y="3178442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5" name="直線コネクタ 894">
            <a:extLst>
              <a:ext uri="{FF2B5EF4-FFF2-40B4-BE49-F238E27FC236}">
                <a16:creationId xmlns:a16="http://schemas.microsoft.com/office/drawing/2014/main" id="{EF5D93DB-FD9D-12B3-60F7-EC6CC20ED386}"/>
              </a:ext>
            </a:extLst>
          </p:cNvPr>
          <p:cNvCxnSpPr>
            <a:cxnSpLocks/>
            <a:stCxn id="879" idx="6"/>
            <a:endCxn id="884" idx="2"/>
          </p:cNvCxnSpPr>
          <p:nvPr/>
        </p:nvCxnSpPr>
        <p:spPr>
          <a:xfrm>
            <a:off x="8089879" y="3468002"/>
            <a:ext cx="840741" cy="75692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6" name="直線コネクタ 895">
            <a:extLst>
              <a:ext uri="{FF2B5EF4-FFF2-40B4-BE49-F238E27FC236}">
                <a16:creationId xmlns:a16="http://schemas.microsoft.com/office/drawing/2014/main" id="{6F4BBC1C-FC2E-E06C-A958-48A7E19DE533}"/>
              </a:ext>
            </a:extLst>
          </p:cNvPr>
          <p:cNvCxnSpPr>
            <a:cxnSpLocks/>
            <a:stCxn id="880" idx="6"/>
            <a:endCxn id="883" idx="2"/>
          </p:cNvCxnSpPr>
          <p:nvPr/>
        </p:nvCxnSpPr>
        <p:spPr>
          <a:xfrm flipV="1">
            <a:off x="8089879" y="3701682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7" name="直線コネクタ 896">
            <a:extLst>
              <a:ext uri="{FF2B5EF4-FFF2-40B4-BE49-F238E27FC236}">
                <a16:creationId xmlns:a16="http://schemas.microsoft.com/office/drawing/2014/main" id="{167B41C6-B24C-26CF-3FCC-B39883A338B5}"/>
              </a:ext>
            </a:extLst>
          </p:cNvPr>
          <p:cNvCxnSpPr>
            <a:cxnSpLocks/>
            <a:stCxn id="879" idx="6"/>
            <a:endCxn id="883" idx="2"/>
          </p:cNvCxnSpPr>
          <p:nvPr/>
        </p:nvCxnSpPr>
        <p:spPr>
          <a:xfrm>
            <a:off x="8089879" y="3468002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8" name="直線コネクタ 897">
            <a:extLst>
              <a:ext uri="{FF2B5EF4-FFF2-40B4-BE49-F238E27FC236}">
                <a16:creationId xmlns:a16="http://schemas.microsoft.com/office/drawing/2014/main" id="{3B72809D-3D8C-4C5A-5636-7F21AECB7873}"/>
              </a:ext>
            </a:extLst>
          </p:cNvPr>
          <p:cNvCxnSpPr>
            <a:cxnSpLocks/>
            <a:stCxn id="879" idx="6"/>
            <a:endCxn id="885" idx="2"/>
          </p:cNvCxnSpPr>
          <p:nvPr/>
        </p:nvCxnSpPr>
        <p:spPr>
          <a:xfrm>
            <a:off x="8089879" y="3468002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9" name="直線コネクタ 898">
            <a:extLst>
              <a:ext uri="{FF2B5EF4-FFF2-40B4-BE49-F238E27FC236}">
                <a16:creationId xmlns:a16="http://schemas.microsoft.com/office/drawing/2014/main" id="{73CD5B13-154A-DAF4-B376-4F1C2A337F31}"/>
              </a:ext>
            </a:extLst>
          </p:cNvPr>
          <p:cNvCxnSpPr>
            <a:cxnSpLocks/>
            <a:stCxn id="880" idx="6"/>
            <a:endCxn id="884" idx="2"/>
          </p:cNvCxnSpPr>
          <p:nvPr/>
        </p:nvCxnSpPr>
        <p:spPr>
          <a:xfrm>
            <a:off x="8089879" y="3991242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0" name="直線コネクタ 899">
            <a:extLst>
              <a:ext uri="{FF2B5EF4-FFF2-40B4-BE49-F238E27FC236}">
                <a16:creationId xmlns:a16="http://schemas.microsoft.com/office/drawing/2014/main" id="{0B0B8CCF-C2B7-C973-0257-9782839918F0}"/>
              </a:ext>
            </a:extLst>
          </p:cNvPr>
          <p:cNvCxnSpPr>
            <a:cxnSpLocks/>
            <a:stCxn id="880" idx="6"/>
            <a:endCxn id="885" idx="2"/>
          </p:cNvCxnSpPr>
          <p:nvPr/>
        </p:nvCxnSpPr>
        <p:spPr>
          <a:xfrm>
            <a:off x="8089879" y="3991242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1" name="直線コネクタ 900">
            <a:extLst>
              <a:ext uri="{FF2B5EF4-FFF2-40B4-BE49-F238E27FC236}">
                <a16:creationId xmlns:a16="http://schemas.microsoft.com/office/drawing/2014/main" id="{61A114EB-C970-B87A-E2B5-63D4B174EDF7}"/>
              </a:ext>
            </a:extLst>
          </p:cNvPr>
          <p:cNvCxnSpPr>
            <a:cxnSpLocks/>
            <a:stCxn id="881" idx="6"/>
            <a:endCxn id="882" idx="2"/>
          </p:cNvCxnSpPr>
          <p:nvPr/>
        </p:nvCxnSpPr>
        <p:spPr>
          <a:xfrm flipV="1">
            <a:off x="8089879" y="3178442"/>
            <a:ext cx="840741" cy="13360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2" name="直線コネクタ 901">
            <a:extLst>
              <a:ext uri="{FF2B5EF4-FFF2-40B4-BE49-F238E27FC236}">
                <a16:creationId xmlns:a16="http://schemas.microsoft.com/office/drawing/2014/main" id="{E015DC9D-C725-8BF3-D7B2-F4D34EB25F80}"/>
              </a:ext>
            </a:extLst>
          </p:cNvPr>
          <p:cNvCxnSpPr>
            <a:cxnSpLocks/>
            <a:stCxn id="881" idx="6"/>
            <a:endCxn id="883" idx="2"/>
          </p:cNvCxnSpPr>
          <p:nvPr/>
        </p:nvCxnSpPr>
        <p:spPr>
          <a:xfrm flipV="1">
            <a:off x="8089879" y="3701682"/>
            <a:ext cx="840741" cy="8128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3" name="直線コネクタ 902">
            <a:extLst>
              <a:ext uri="{FF2B5EF4-FFF2-40B4-BE49-F238E27FC236}">
                <a16:creationId xmlns:a16="http://schemas.microsoft.com/office/drawing/2014/main" id="{F2139038-52E9-3EA9-B83A-9DA8A1BAF36D}"/>
              </a:ext>
            </a:extLst>
          </p:cNvPr>
          <p:cNvCxnSpPr>
            <a:cxnSpLocks/>
            <a:stCxn id="881" idx="6"/>
            <a:endCxn id="884" idx="2"/>
          </p:cNvCxnSpPr>
          <p:nvPr/>
        </p:nvCxnSpPr>
        <p:spPr>
          <a:xfrm flipV="1">
            <a:off x="8089879" y="4224922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4" name="直線コネクタ 903">
            <a:extLst>
              <a:ext uri="{FF2B5EF4-FFF2-40B4-BE49-F238E27FC236}">
                <a16:creationId xmlns:a16="http://schemas.microsoft.com/office/drawing/2014/main" id="{C24BA840-7801-DC02-3CBB-8B4D5940C114}"/>
              </a:ext>
            </a:extLst>
          </p:cNvPr>
          <p:cNvCxnSpPr>
            <a:cxnSpLocks/>
            <a:stCxn id="881" idx="6"/>
            <a:endCxn id="885" idx="2"/>
          </p:cNvCxnSpPr>
          <p:nvPr/>
        </p:nvCxnSpPr>
        <p:spPr>
          <a:xfrm>
            <a:off x="8089879" y="4514482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5" name="直線コネクタ 904">
            <a:extLst>
              <a:ext uri="{FF2B5EF4-FFF2-40B4-BE49-F238E27FC236}">
                <a16:creationId xmlns:a16="http://schemas.microsoft.com/office/drawing/2014/main" id="{318AC49F-79F8-1486-45F5-1E24B26CC230}"/>
              </a:ext>
            </a:extLst>
          </p:cNvPr>
          <p:cNvCxnSpPr>
            <a:cxnSpLocks/>
            <a:stCxn id="882" idx="6"/>
            <a:endCxn id="886" idx="2"/>
          </p:cNvCxnSpPr>
          <p:nvPr/>
        </p:nvCxnSpPr>
        <p:spPr>
          <a:xfrm>
            <a:off x="9151599" y="3178442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6" name="直線コネクタ 905">
            <a:extLst>
              <a:ext uri="{FF2B5EF4-FFF2-40B4-BE49-F238E27FC236}">
                <a16:creationId xmlns:a16="http://schemas.microsoft.com/office/drawing/2014/main" id="{368AC5B8-FE84-F606-8611-9B61725A8D6F}"/>
              </a:ext>
            </a:extLst>
          </p:cNvPr>
          <p:cNvCxnSpPr>
            <a:cxnSpLocks/>
            <a:stCxn id="883" idx="6"/>
            <a:endCxn id="886" idx="2"/>
          </p:cNvCxnSpPr>
          <p:nvPr/>
        </p:nvCxnSpPr>
        <p:spPr>
          <a:xfrm flipV="1">
            <a:off x="9151599" y="3178442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7" name="直線コネクタ 906">
            <a:extLst>
              <a:ext uri="{FF2B5EF4-FFF2-40B4-BE49-F238E27FC236}">
                <a16:creationId xmlns:a16="http://schemas.microsoft.com/office/drawing/2014/main" id="{CA31A739-AE3C-BCB6-36E2-E71AEA4C31EB}"/>
              </a:ext>
            </a:extLst>
          </p:cNvPr>
          <p:cNvCxnSpPr>
            <a:cxnSpLocks/>
            <a:stCxn id="882" idx="6"/>
            <a:endCxn id="888" idx="2"/>
          </p:cNvCxnSpPr>
          <p:nvPr/>
        </p:nvCxnSpPr>
        <p:spPr>
          <a:xfrm>
            <a:off x="9151599" y="3178442"/>
            <a:ext cx="840741" cy="10464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8" name="直線コネクタ 907">
            <a:extLst>
              <a:ext uri="{FF2B5EF4-FFF2-40B4-BE49-F238E27FC236}">
                <a16:creationId xmlns:a16="http://schemas.microsoft.com/office/drawing/2014/main" id="{D99804E0-1D35-31B1-C14E-658DE0A6F28D}"/>
              </a:ext>
            </a:extLst>
          </p:cNvPr>
          <p:cNvCxnSpPr>
            <a:cxnSpLocks/>
            <a:stCxn id="883" idx="6"/>
            <a:endCxn id="887" idx="2"/>
          </p:cNvCxnSpPr>
          <p:nvPr/>
        </p:nvCxnSpPr>
        <p:spPr>
          <a:xfrm>
            <a:off x="9151599" y="3701682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9" name="直線コネクタ 908">
            <a:extLst>
              <a:ext uri="{FF2B5EF4-FFF2-40B4-BE49-F238E27FC236}">
                <a16:creationId xmlns:a16="http://schemas.microsoft.com/office/drawing/2014/main" id="{34F08DF9-EF4A-F4C7-BAA5-410E23572B4B}"/>
              </a:ext>
            </a:extLst>
          </p:cNvPr>
          <p:cNvCxnSpPr>
            <a:cxnSpLocks/>
            <a:stCxn id="882" idx="6"/>
            <a:endCxn id="887" idx="2"/>
          </p:cNvCxnSpPr>
          <p:nvPr/>
        </p:nvCxnSpPr>
        <p:spPr>
          <a:xfrm>
            <a:off x="9151599" y="3178442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0" name="直線コネクタ 909">
            <a:extLst>
              <a:ext uri="{FF2B5EF4-FFF2-40B4-BE49-F238E27FC236}">
                <a16:creationId xmlns:a16="http://schemas.microsoft.com/office/drawing/2014/main" id="{1FF5D8D9-81C2-48AD-BCB4-6D3D2AE4A34F}"/>
              </a:ext>
            </a:extLst>
          </p:cNvPr>
          <p:cNvCxnSpPr>
            <a:cxnSpLocks/>
            <a:stCxn id="882" idx="6"/>
            <a:endCxn id="889" idx="2"/>
          </p:cNvCxnSpPr>
          <p:nvPr/>
        </p:nvCxnSpPr>
        <p:spPr>
          <a:xfrm>
            <a:off x="9151599" y="3178442"/>
            <a:ext cx="840741" cy="15683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1" name="直線コネクタ 910">
            <a:extLst>
              <a:ext uri="{FF2B5EF4-FFF2-40B4-BE49-F238E27FC236}">
                <a16:creationId xmlns:a16="http://schemas.microsoft.com/office/drawing/2014/main" id="{EB94B521-EE9D-6BFE-BBEF-12D1F632FD91}"/>
              </a:ext>
            </a:extLst>
          </p:cNvPr>
          <p:cNvCxnSpPr>
            <a:cxnSpLocks/>
            <a:stCxn id="883" idx="6"/>
            <a:endCxn id="888" idx="2"/>
          </p:cNvCxnSpPr>
          <p:nvPr/>
        </p:nvCxnSpPr>
        <p:spPr>
          <a:xfrm>
            <a:off x="9151599" y="3701682"/>
            <a:ext cx="840741" cy="52324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2" name="直線コネクタ 911">
            <a:extLst>
              <a:ext uri="{FF2B5EF4-FFF2-40B4-BE49-F238E27FC236}">
                <a16:creationId xmlns:a16="http://schemas.microsoft.com/office/drawing/2014/main" id="{85D26EB9-5F06-6B2A-32C4-B3EF3D6C9AF4}"/>
              </a:ext>
            </a:extLst>
          </p:cNvPr>
          <p:cNvCxnSpPr>
            <a:cxnSpLocks/>
            <a:stCxn id="883" idx="6"/>
            <a:endCxn id="889" idx="2"/>
          </p:cNvCxnSpPr>
          <p:nvPr/>
        </p:nvCxnSpPr>
        <p:spPr>
          <a:xfrm>
            <a:off x="9151599" y="3701682"/>
            <a:ext cx="840741" cy="10450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3" name="直線コネクタ 912">
            <a:extLst>
              <a:ext uri="{FF2B5EF4-FFF2-40B4-BE49-F238E27FC236}">
                <a16:creationId xmlns:a16="http://schemas.microsoft.com/office/drawing/2014/main" id="{37AAAE14-3874-7D3D-B051-05F277C30C56}"/>
              </a:ext>
            </a:extLst>
          </p:cNvPr>
          <p:cNvCxnSpPr>
            <a:cxnSpLocks/>
            <a:stCxn id="884" idx="6"/>
            <a:endCxn id="886" idx="2"/>
          </p:cNvCxnSpPr>
          <p:nvPr/>
        </p:nvCxnSpPr>
        <p:spPr>
          <a:xfrm flipV="1">
            <a:off x="9151599" y="3178442"/>
            <a:ext cx="840741" cy="10464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4" name="直線コネクタ 913">
            <a:extLst>
              <a:ext uri="{FF2B5EF4-FFF2-40B4-BE49-F238E27FC236}">
                <a16:creationId xmlns:a16="http://schemas.microsoft.com/office/drawing/2014/main" id="{CF308E20-0158-DE9B-479D-CB5534A972F9}"/>
              </a:ext>
            </a:extLst>
          </p:cNvPr>
          <p:cNvCxnSpPr>
            <a:cxnSpLocks/>
            <a:stCxn id="884" idx="6"/>
            <a:endCxn id="887" idx="2"/>
          </p:cNvCxnSpPr>
          <p:nvPr/>
        </p:nvCxnSpPr>
        <p:spPr>
          <a:xfrm flipV="1">
            <a:off x="9151599" y="3701682"/>
            <a:ext cx="840741" cy="5232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5" name="直線コネクタ 914">
            <a:extLst>
              <a:ext uri="{FF2B5EF4-FFF2-40B4-BE49-F238E27FC236}">
                <a16:creationId xmlns:a16="http://schemas.microsoft.com/office/drawing/2014/main" id="{0B6A6859-43A6-04EC-0D07-B6E2456A4FB0}"/>
              </a:ext>
            </a:extLst>
          </p:cNvPr>
          <p:cNvCxnSpPr>
            <a:cxnSpLocks/>
            <a:stCxn id="884" idx="6"/>
            <a:endCxn id="888" idx="2"/>
          </p:cNvCxnSpPr>
          <p:nvPr/>
        </p:nvCxnSpPr>
        <p:spPr>
          <a:xfrm>
            <a:off x="9151599" y="4224922"/>
            <a:ext cx="8407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6" name="直線コネクタ 915">
            <a:extLst>
              <a:ext uri="{FF2B5EF4-FFF2-40B4-BE49-F238E27FC236}">
                <a16:creationId xmlns:a16="http://schemas.microsoft.com/office/drawing/2014/main" id="{6ECC8887-AB97-9577-9EB7-BEF0D0FCD71A}"/>
              </a:ext>
            </a:extLst>
          </p:cNvPr>
          <p:cNvCxnSpPr>
            <a:cxnSpLocks/>
            <a:stCxn id="884" idx="6"/>
            <a:endCxn id="889" idx="2"/>
          </p:cNvCxnSpPr>
          <p:nvPr/>
        </p:nvCxnSpPr>
        <p:spPr>
          <a:xfrm>
            <a:off x="9151599" y="4224922"/>
            <a:ext cx="840741" cy="52182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7" name="直線コネクタ 916">
            <a:extLst>
              <a:ext uri="{FF2B5EF4-FFF2-40B4-BE49-F238E27FC236}">
                <a16:creationId xmlns:a16="http://schemas.microsoft.com/office/drawing/2014/main" id="{F6A202DE-3BC2-826C-5442-4EC05DC1E591}"/>
              </a:ext>
            </a:extLst>
          </p:cNvPr>
          <p:cNvCxnSpPr>
            <a:cxnSpLocks/>
            <a:stCxn id="885" idx="6"/>
            <a:endCxn id="887" idx="2"/>
          </p:cNvCxnSpPr>
          <p:nvPr/>
        </p:nvCxnSpPr>
        <p:spPr>
          <a:xfrm flipV="1">
            <a:off x="9151599" y="3701682"/>
            <a:ext cx="840741" cy="104506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8" name="直線コネクタ 917">
            <a:extLst>
              <a:ext uri="{FF2B5EF4-FFF2-40B4-BE49-F238E27FC236}">
                <a16:creationId xmlns:a16="http://schemas.microsoft.com/office/drawing/2014/main" id="{D083CA20-1D21-A17C-6C1C-47BB3CD652E4}"/>
              </a:ext>
            </a:extLst>
          </p:cNvPr>
          <p:cNvCxnSpPr>
            <a:cxnSpLocks/>
            <a:stCxn id="885" idx="6"/>
            <a:endCxn id="886" idx="2"/>
          </p:cNvCxnSpPr>
          <p:nvPr/>
        </p:nvCxnSpPr>
        <p:spPr>
          <a:xfrm flipV="1">
            <a:off x="9151599" y="3178442"/>
            <a:ext cx="840741" cy="156830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9" name="直線コネクタ 918">
            <a:extLst>
              <a:ext uri="{FF2B5EF4-FFF2-40B4-BE49-F238E27FC236}">
                <a16:creationId xmlns:a16="http://schemas.microsoft.com/office/drawing/2014/main" id="{031D56B2-CF54-57AC-E2E1-8F7E9A42303B}"/>
              </a:ext>
            </a:extLst>
          </p:cNvPr>
          <p:cNvCxnSpPr>
            <a:cxnSpLocks/>
            <a:stCxn id="885" idx="6"/>
            <a:endCxn id="888" idx="2"/>
          </p:cNvCxnSpPr>
          <p:nvPr/>
        </p:nvCxnSpPr>
        <p:spPr>
          <a:xfrm flipV="1">
            <a:off x="9151599" y="4224922"/>
            <a:ext cx="840741" cy="52182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0" name="直線コネクタ 919">
            <a:extLst>
              <a:ext uri="{FF2B5EF4-FFF2-40B4-BE49-F238E27FC236}">
                <a16:creationId xmlns:a16="http://schemas.microsoft.com/office/drawing/2014/main" id="{C363475F-74D4-9657-066B-30E0493FAE0D}"/>
              </a:ext>
            </a:extLst>
          </p:cNvPr>
          <p:cNvCxnSpPr>
            <a:cxnSpLocks/>
            <a:stCxn id="885" idx="6"/>
            <a:endCxn id="889" idx="2"/>
          </p:cNvCxnSpPr>
          <p:nvPr/>
        </p:nvCxnSpPr>
        <p:spPr>
          <a:xfrm>
            <a:off x="9151599" y="4746747"/>
            <a:ext cx="840741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1" name="直線コネクタ 920">
            <a:extLst>
              <a:ext uri="{FF2B5EF4-FFF2-40B4-BE49-F238E27FC236}">
                <a16:creationId xmlns:a16="http://schemas.microsoft.com/office/drawing/2014/main" id="{A2E2CF50-EEEC-0033-EC51-358B9257B665}"/>
              </a:ext>
            </a:extLst>
          </p:cNvPr>
          <p:cNvCxnSpPr>
            <a:cxnSpLocks/>
            <a:stCxn id="886" idx="6"/>
            <a:endCxn id="890" idx="2"/>
          </p:cNvCxnSpPr>
          <p:nvPr/>
        </p:nvCxnSpPr>
        <p:spPr>
          <a:xfrm>
            <a:off x="10213319" y="3178442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2" name="直線コネクタ 921">
            <a:extLst>
              <a:ext uri="{FF2B5EF4-FFF2-40B4-BE49-F238E27FC236}">
                <a16:creationId xmlns:a16="http://schemas.microsoft.com/office/drawing/2014/main" id="{C4AA3689-7E93-6720-BB30-EE8D05C342C6}"/>
              </a:ext>
            </a:extLst>
          </p:cNvPr>
          <p:cNvCxnSpPr>
            <a:cxnSpLocks/>
            <a:stCxn id="887" idx="6"/>
            <a:endCxn id="890" idx="2"/>
          </p:cNvCxnSpPr>
          <p:nvPr/>
        </p:nvCxnSpPr>
        <p:spPr>
          <a:xfrm flipV="1">
            <a:off x="10213319" y="3468002"/>
            <a:ext cx="840741" cy="23368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3" name="直線コネクタ 922">
            <a:extLst>
              <a:ext uri="{FF2B5EF4-FFF2-40B4-BE49-F238E27FC236}">
                <a16:creationId xmlns:a16="http://schemas.microsoft.com/office/drawing/2014/main" id="{4525EF44-53AE-239E-54B9-5C1B1F2CCA0A}"/>
              </a:ext>
            </a:extLst>
          </p:cNvPr>
          <p:cNvCxnSpPr>
            <a:cxnSpLocks/>
            <a:stCxn id="886" idx="6"/>
            <a:endCxn id="892" idx="2"/>
          </p:cNvCxnSpPr>
          <p:nvPr/>
        </p:nvCxnSpPr>
        <p:spPr>
          <a:xfrm>
            <a:off x="10213319" y="3178442"/>
            <a:ext cx="840741" cy="13360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4" name="直線コネクタ 923">
            <a:extLst>
              <a:ext uri="{FF2B5EF4-FFF2-40B4-BE49-F238E27FC236}">
                <a16:creationId xmlns:a16="http://schemas.microsoft.com/office/drawing/2014/main" id="{C3D8B179-29F8-FB3B-83AA-A07C7A86FC92}"/>
              </a:ext>
            </a:extLst>
          </p:cNvPr>
          <p:cNvCxnSpPr>
            <a:cxnSpLocks/>
            <a:stCxn id="887" idx="6"/>
            <a:endCxn id="892" idx="2"/>
          </p:cNvCxnSpPr>
          <p:nvPr/>
        </p:nvCxnSpPr>
        <p:spPr>
          <a:xfrm>
            <a:off x="10213319" y="3701682"/>
            <a:ext cx="840741" cy="8128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5" name="直線コネクタ 924">
            <a:extLst>
              <a:ext uri="{FF2B5EF4-FFF2-40B4-BE49-F238E27FC236}">
                <a16:creationId xmlns:a16="http://schemas.microsoft.com/office/drawing/2014/main" id="{468E20CE-6442-BF69-6ED5-B540ECF48117}"/>
              </a:ext>
            </a:extLst>
          </p:cNvPr>
          <p:cNvCxnSpPr>
            <a:cxnSpLocks/>
            <a:stCxn id="886" idx="6"/>
            <a:endCxn id="891" idx="2"/>
          </p:cNvCxnSpPr>
          <p:nvPr/>
        </p:nvCxnSpPr>
        <p:spPr>
          <a:xfrm>
            <a:off x="10213319" y="3178442"/>
            <a:ext cx="840741" cy="8128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6" name="直線コネクタ 925">
            <a:extLst>
              <a:ext uri="{FF2B5EF4-FFF2-40B4-BE49-F238E27FC236}">
                <a16:creationId xmlns:a16="http://schemas.microsoft.com/office/drawing/2014/main" id="{0B5A7807-A63A-2316-C749-B33CFE9E0D1E}"/>
              </a:ext>
            </a:extLst>
          </p:cNvPr>
          <p:cNvCxnSpPr>
            <a:cxnSpLocks/>
            <a:stCxn id="889" idx="6"/>
            <a:endCxn id="891" idx="2"/>
          </p:cNvCxnSpPr>
          <p:nvPr/>
        </p:nvCxnSpPr>
        <p:spPr>
          <a:xfrm flipV="1">
            <a:off x="10213319" y="3991242"/>
            <a:ext cx="840741" cy="75550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7" name="直線コネクタ 926">
            <a:extLst>
              <a:ext uri="{FF2B5EF4-FFF2-40B4-BE49-F238E27FC236}">
                <a16:creationId xmlns:a16="http://schemas.microsoft.com/office/drawing/2014/main" id="{AC882055-6B36-36A8-E2DF-BBB761F84821}"/>
              </a:ext>
            </a:extLst>
          </p:cNvPr>
          <p:cNvCxnSpPr>
            <a:cxnSpLocks/>
            <a:stCxn id="888" idx="6"/>
            <a:endCxn id="892" idx="2"/>
          </p:cNvCxnSpPr>
          <p:nvPr/>
        </p:nvCxnSpPr>
        <p:spPr>
          <a:xfrm>
            <a:off x="10213319" y="4224922"/>
            <a:ext cx="840741" cy="28956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8" name="直線コネクタ 927">
            <a:extLst>
              <a:ext uri="{FF2B5EF4-FFF2-40B4-BE49-F238E27FC236}">
                <a16:creationId xmlns:a16="http://schemas.microsoft.com/office/drawing/2014/main" id="{126EB3A9-6D03-677E-CE7E-5F0B9CF517C5}"/>
              </a:ext>
            </a:extLst>
          </p:cNvPr>
          <p:cNvCxnSpPr>
            <a:cxnSpLocks/>
            <a:stCxn id="889" idx="6"/>
            <a:endCxn id="892" idx="2"/>
          </p:cNvCxnSpPr>
          <p:nvPr/>
        </p:nvCxnSpPr>
        <p:spPr>
          <a:xfrm flipV="1">
            <a:off x="10213319" y="4514482"/>
            <a:ext cx="840741" cy="23226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9" name="直線コネクタ 928">
            <a:extLst>
              <a:ext uri="{FF2B5EF4-FFF2-40B4-BE49-F238E27FC236}">
                <a16:creationId xmlns:a16="http://schemas.microsoft.com/office/drawing/2014/main" id="{7A070B28-356E-C68C-CF37-B8B5A2CE8D0A}"/>
              </a:ext>
            </a:extLst>
          </p:cNvPr>
          <p:cNvCxnSpPr>
            <a:cxnSpLocks/>
            <a:stCxn id="888" idx="6"/>
            <a:endCxn id="890" idx="2"/>
          </p:cNvCxnSpPr>
          <p:nvPr/>
        </p:nvCxnSpPr>
        <p:spPr>
          <a:xfrm flipV="1">
            <a:off x="10213319" y="3468002"/>
            <a:ext cx="840741" cy="75692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0" name="直線コネクタ 929">
            <a:extLst>
              <a:ext uri="{FF2B5EF4-FFF2-40B4-BE49-F238E27FC236}">
                <a16:creationId xmlns:a16="http://schemas.microsoft.com/office/drawing/2014/main" id="{8FE7A115-E112-0CCA-54F1-77D6E837EF58}"/>
              </a:ext>
            </a:extLst>
          </p:cNvPr>
          <p:cNvCxnSpPr>
            <a:cxnSpLocks/>
            <a:stCxn id="889" idx="6"/>
            <a:endCxn id="890" idx="2"/>
          </p:cNvCxnSpPr>
          <p:nvPr/>
        </p:nvCxnSpPr>
        <p:spPr>
          <a:xfrm flipV="1">
            <a:off x="10213319" y="3468002"/>
            <a:ext cx="840741" cy="127874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1" name="直線コネクタ 930">
            <a:extLst>
              <a:ext uri="{FF2B5EF4-FFF2-40B4-BE49-F238E27FC236}">
                <a16:creationId xmlns:a16="http://schemas.microsoft.com/office/drawing/2014/main" id="{85F244BF-EBEB-3F1C-ABE8-0C09C3A69FF3}"/>
              </a:ext>
            </a:extLst>
          </p:cNvPr>
          <p:cNvCxnSpPr>
            <a:cxnSpLocks/>
            <a:stCxn id="888" idx="6"/>
            <a:endCxn id="891" idx="2"/>
          </p:cNvCxnSpPr>
          <p:nvPr/>
        </p:nvCxnSpPr>
        <p:spPr>
          <a:xfrm flipV="1">
            <a:off x="10213319" y="3991242"/>
            <a:ext cx="840741" cy="23368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2" name="直線コネクタ 931">
            <a:extLst>
              <a:ext uri="{FF2B5EF4-FFF2-40B4-BE49-F238E27FC236}">
                <a16:creationId xmlns:a16="http://schemas.microsoft.com/office/drawing/2014/main" id="{1E87EC28-18A3-402F-DCBF-B97FEBC5895D}"/>
              </a:ext>
            </a:extLst>
          </p:cNvPr>
          <p:cNvCxnSpPr>
            <a:cxnSpLocks/>
            <a:stCxn id="887" idx="6"/>
            <a:endCxn id="891" idx="2"/>
          </p:cNvCxnSpPr>
          <p:nvPr/>
        </p:nvCxnSpPr>
        <p:spPr>
          <a:xfrm>
            <a:off x="10213319" y="3701682"/>
            <a:ext cx="840741" cy="28956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3" name="テキスト ボックス 932">
                <a:extLst>
                  <a:ext uri="{FF2B5EF4-FFF2-40B4-BE49-F238E27FC236}">
                    <a16:creationId xmlns:a16="http://schemas.microsoft.com/office/drawing/2014/main" id="{C35AC6CB-FF96-00D2-AECA-2AEF81CADA09}"/>
                  </a:ext>
                </a:extLst>
              </p:cNvPr>
              <p:cNvSpPr txBox="1"/>
              <p:nvPr/>
            </p:nvSpPr>
            <p:spPr>
              <a:xfrm>
                <a:off x="7925018" y="3395187"/>
                <a:ext cx="1236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3" name="テキスト ボックス 932">
                <a:extLst>
                  <a:ext uri="{FF2B5EF4-FFF2-40B4-BE49-F238E27FC236}">
                    <a16:creationId xmlns:a16="http://schemas.microsoft.com/office/drawing/2014/main" id="{C35AC6CB-FF96-00D2-AECA-2AEF81CAD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018" y="3395187"/>
                <a:ext cx="123688" cy="123111"/>
              </a:xfrm>
              <a:prstGeom prst="rect">
                <a:avLst/>
              </a:prstGeom>
              <a:blipFill>
                <a:blip r:embed="rId59"/>
                <a:stretch>
                  <a:fillRect l="-10000" r="-2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4" name="テキスト ボックス 933">
                <a:extLst>
                  <a:ext uri="{FF2B5EF4-FFF2-40B4-BE49-F238E27FC236}">
                    <a16:creationId xmlns:a16="http://schemas.microsoft.com/office/drawing/2014/main" id="{43CBB466-3F44-DB5C-4276-34ED84918456}"/>
                  </a:ext>
                </a:extLst>
              </p:cNvPr>
              <p:cNvSpPr txBox="1"/>
              <p:nvPr/>
            </p:nvSpPr>
            <p:spPr>
              <a:xfrm>
                <a:off x="7925017" y="3915797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4" name="テキスト ボックス 933">
                <a:extLst>
                  <a:ext uri="{FF2B5EF4-FFF2-40B4-BE49-F238E27FC236}">
                    <a16:creationId xmlns:a16="http://schemas.microsoft.com/office/drawing/2014/main" id="{43CBB466-3F44-DB5C-4276-34ED84918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017" y="3915797"/>
                <a:ext cx="126060" cy="123111"/>
              </a:xfrm>
              <a:prstGeom prst="rect">
                <a:avLst/>
              </a:prstGeom>
              <a:blipFill>
                <a:blip r:embed="rId60"/>
                <a:stretch>
                  <a:fillRect l="-9524" r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5" name="テキスト ボックス 934">
                <a:extLst>
                  <a:ext uri="{FF2B5EF4-FFF2-40B4-BE49-F238E27FC236}">
                    <a16:creationId xmlns:a16="http://schemas.microsoft.com/office/drawing/2014/main" id="{89CF1083-4A8F-A5BE-9119-4327FAC17EAC}"/>
                  </a:ext>
                </a:extLst>
              </p:cNvPr>
              <p:cNvSpPr txBox="1"/>
              <p:nvPr/>
            </p:nvSpPr>
            <p:spPr>
              <a:xfrm>
                <a:off x="7921841" y="4441215"/>
                <a:ext cx="126060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5" name="テキスト ボックス 934">
                <a:extLst>
                  <a:ext uri="{FF2B5EF4-FFF2-40B4-BE49-F238E27FC236}">
                    <a16:creationId xmlns:a16="http://schemas.microsoft.com/office/drawing/2014/main" id="{89CF1083-4A8F-A5BE-9119-4327FAC17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841" y="4441215"/>
                <a:ext cx="126060" cy="123111"/>
              </a:xfrm>
              <a:prstGeom prst="rect">
                <a:avLst/>
              </a:prstGeom>
              <a:blipFill>
                <a:blip r:embed="rId40"/>
                <a:stretch>
                  <a:fillRect l="-1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6" name="テキスト ボックス 935">
                <a:extLst>
                  <a:ext uri="{FF2B5EF4-FFF2-40B4-BE49-F238E27FC236}">
                    <a16:creationId xmlns:a16="http://schemas.microsoft.com/office/drawing/2014/main" id="{31A0BF29-68B1-3000-0C71-42E7D8EEB064}"/>
                  </a:ext>
                </a:extLst>
              </p:cNvPr>
              <p:cNvSpPr txBox="1"/>
              <p:nvPr/>
            </p:nvSpPr>
            <p:spPr>
              <a:xfrm>
                <a:off x="8985616" y="3112589"/>
                <a:ext cx="11881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6" name="テキスト ボックス 935">
                <a:extLst>
                  <a:ext uri="{FF2B5EF4-FFF2-40B4-BE49-F238E27FC236}">
                    <a16:creationId xmlns:a16="http://schemas.microsoft.com/office/drawing/2014/main" id="{31A0BF29-68B1-3000-0C71-42E7D8E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616" y="3112589"/>
                <a:ext cx="118815" cy="123111"/>
              </a:xfrm>
              <a:prstGeom prst="rect">
                <a:avLst/>
              </a:prstGeom>
              <a:blipFill>
                <a:blip r:embed="rId61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7" name="テキスト ボックス 936">
                <a:extLst>
                  <a:ext uri="{FF2B5EF4-FFF2-40B4-BE49-F238E27FC236}">
                    <a16:creationId xmlns:a16="http://schemas.microsoft.com/office/drawing/2014/main" id="{E0F17B07-560C-E0B4-3909-4F5518AE3EFA}"/>
                  </a:ext>
                </a:extLst>
              </p:cNvPr>
              <p:cNvSpPr txBox="1"/>
              <p:nvPr/>
            </p:nvSpPr>
            <p:spPr>
              <a:xfrm>
                <a:off x="8983244" y="3641502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7" name="テキスト ボックス 936">
                <a:extLst>
                  <a:ext uri="{FF2B5EF4-FFF2-40B4-BE49-F238E27FC236}">
                    <a16:creationId xmlns:a16="http://schemas.microsoft.com/office/drawing/2014/main" id="{E0F17B07-560C-E0B4-3909-4F5518AE3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244" y="3641502"/>
                <a:ext cx="121187" cy="123111"/>
              </a:xfrm>
              <a:prstGeom prst="rect">
                <a:avLst/>
              </a:prstGeom>
              <a:blipFill>
                <a:blip r:embed="rId62"/>
                <a:stretch>
                  <a:fillRect l="-25000" r="-10000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8" name="テキスト ボックス 937">
                <a:extLst>
                  <a:ext uri="{FF2B5EF4-FFF2-40B4-BE49-F238E27FC236}">
                    <a16:creationId xmlns:a16="http://schemas.microsoft.com/office/drawing/2014/main" id="{E8099C99-AEF8-1545-609A-00801A6374A0}"/>
                  </a:ext>
                </a:extLst>
              </p:cNvPr>
              <p:cNvSpPr txBox="1"/>
              <p:nvPr/>
            </p:nvSpPr>
            <p:spPr>
              <a:xfrm>
                <a:off x="8980005" y="4167003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38" name="テキスト ボックス 937">
                <a:extLst>
                  <a:ext uri="{FF2B5EF4-FFF2-40B4-BE49-F238E27FC236}">
                    <a16:creationId xmlns:a16="http://schemas.microsoft.com/office/drawing/2014/main" id="{E8099C99-AEF8-1545-609A-00801A637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005" y="4167003"/>
                <a:ext cx="121187" cy="123111"/>
              </a:xfrm>
              <a:prstGeom prst="rect">
                <a:avLst/>
              </a:prstGeom>
              <a:blipFill>
                <a:blip r:embed="rId63"/>
                <a:stretch>
                  <a:fillRect l="-20000" t="-5000" r="-15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9" name="テキスト ボックス 938">
                <a:extLst>
                  <a:ext uri="{FF2B5EF4-FFF2-40B4-BE49-F238E27FC236}">
                    <a16:creationId xmlns:a16="http://schemas.microsoft.com/office/drawing/2014/main" id="{673F617E-79E6-C3EF-F60C-4C2D0D441E05}"/>
                  </a:ext>
                </a:extLst>
              </p:cNvPr>
              <p:cNvSpPr txBox="1"/>
              <p:nvPr/>
            </p:nvSpPr>
            <p:spPr>
              <a:xfrm>
                <a:off x="8984262" y="4686410"/>
                <a:ext cx="1211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39" name="テキスト ボックス 938">
                <a:extLst>
                  <a:ext uri="{FF2B5EF4-FFF2-40B4-BE49-F238E27FC236}">
                    <a16:creationId xmlns:a16="http://schemas.microsoft.com/office/drawing/2014/main" id="{673F617E-79E6-C3EF-F60C-4C2D0D44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262" y="4686410"/>
                <a:ext cx="121187" cy="123111"/>
              </a:xfrm>
              <a:prstGeom prst="rect">
                <a:avLst/>
              </a:prstGeom>
              <a:blipFill>
                <a:blip r:embed="rId64"/>
                <a:stretch>
                  <a:fillRect l="-25000" t="-5000" r="-100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0" name="テキスト ボックス 939">
                <a:extLst>
                  <a:ext uri="{FF2B5EF4-FFF2-40B4-BE49-F238E27FC236}">
                    <a16:creationId xmlns:a16="http://schemas.microsoft.com/office/drawing/2014/main" id="{9E442D1E-C749-19DF-CD60-5BE6EF4CD875}"/>
                  </a:ext>
                </a:extLst>
              </p:cNvPr>
              <p:cNvSpPr txBox="1"/>
              <p:nvPr/>
            </p:nvSpPr>
            <p:spPr>
              <a:xfrm>
                <a:off x="10052950" y="3108541"/>
                <a:ext cx="1099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40" name="テキスト ボックス 939">
                <a:extLst>
                  <a:ext uri="{FF2B5EF4-FFF2-40B4-BE49-F238E27FC236}">
                    <a16:creationId xmlns:a16="http://schemas.microsoft.com/office/drawing/2014/main" id="{9E442D1E-C749-19DF-CD60-5BE6EF4CD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950" y="3108541"/>
                <a:ext cx="109965" cy="123111"/>
              </a:xfrm>
              <a:prstGeom prst="rect">
                <a:avLst/>
              </a:prstGeom>
              <a:blipFill>
                <a:blip r:embed="rId65"/>
                <a:stretch>
                  <a:fillRect l="-11111" r="-22222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1" name="テキスト ボックス 940">
                <a:extLst>
                  <a:ext uri="{FF2B5EF4-FFF2-40B4-BE49-F238E27FC236}">
                    <a16:creationId xmlns:a16="http://schemas.microsoft.com/office/drawing/2014/main" id="{FDB6C334-2959-2110-E5F9-8BB4F6B8EB11}"/>
                  </a:ext>
                </a:extLst>
              </p:cNvPr>
              <p:cNvSpPr txBox="1"/>
              <p:nvPr/>
            </p:nvSpPr>
            <p:spPr>
              <a:xfrm>
                <a:off x="10046344" y="3631103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41" name="テキスト ボックス 940">
                <a:extLst>
                  <a:ext uri="{FF2B5EF4-FFF2-40B4-BE49-F238E27FC236}">
                    <a16:creationId xmlns:a16="http://schemas.microsoft.com/office/drawing/2014/main" id="{FDB6C334-2959-2110-E5F9-8BB4F6B8E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344" y="3631103"/>
                <a:ext cx="112338" cy="123111"/>
              </a:xfrm>
              <a:prstGeom prst="rect">
                <a:avLst/>
              </a:prstGeom>
              <a:blipFill>
                <a:blip r:embed="rId66"/>
                <a:stretch>
                  <a:fillRect l="-11111" r="-22222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" name="テキスト ボックス 941">
                <a:extLst>
                  <a:ext uri="{FF2B5EF4-FFF2-40B4-BE49-F238E27FC236}">
                    <a16:creationId xmlns:a16="http://schemas.microsoft.com/office/drawing/2014/main" id="{BEA28300-36AD-3B3C-06FB-5984578D03BE}"/>
                  </a:ext>
                </a:extLst>
              </p:cNvPr>
              <p:cNvSpPr txBox="1"/>
              <p:nvPr/>
            </p:nvSpPr>
            <p:spPr>
              <a:xfrm>
                <a:off x="10047339" y="4154487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42" name="テキスト ボックス 941">
                <a:extLst>
                  <a:ext uri="{FF2B5EF4-FFF2-40B4-BE49-F238E27FC236}">
                    <a16:creationId xmlns:a16="http://schemas.microsoft.com/office/drawing/2014/main" id="{BEA28300-36AD-3B3C-06FB-5984578D0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339" y="4154487"/>
                <a:ext cx="112338" cy="123111"/>
              </a:xfrm>
              <a:prstGeom prst="rect">
                <a:avLst/>
              </a:prstGeom>
              <a:blipFill>
                <a:blip r:embed="rId11"/>
                <a:stretch>
                  <a:fillRect l="-10526" r="-15789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3" name="テキスト ボックス 942">
                <a:extLst>
                  <a:ext uri="{FF2B5EF4-FFF2-40B4-BE49-F238E27FC236}">
                    <a16:creationId xmlns:a16="http://schemas.microsoft.com/office/drawing/2014/main" id="{BBC99C6A-159C-49CF-8B0C-D820DFCC15EA}"/>
                  </a:ext>
                </a:extLst>
              </p:cNvPr>
              <p:cNvSpPr txBox="1"/>
              <p:nvPr/>
            </p:nvSpPr>
            <p:spPr>
              <a:xfrm>
                <a:off x="10045276" y="4672545"/>
                <a:ext cx="1123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43" name="テキスト ボックス 942">
                <a:extLst>
                  <a:ext uri="{FF2B5EF4-FFF2-40B4-BE49-F238E27FC236}">
                    <a16:creationId xmlns:a16="http://schemas.microsoft.com/office/drawing/2014/main" id="{BBC99C6A-159C-49CF-8B0C-D820DFCC1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276" y="4672545"/>
                <a:ext cx="112338" cy="123111"/>
              </a:xfrm>
              <a:prstGeom prst="rect">
                <a:avLst/>
              </a:prstGeom>
              <a:blipFill>
                <a:blip r:embed="rId67"/>
                <a:stretch>
                  <a:fillRect l="-16667" r="-1666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4" name="楕円 943">
            <a:extLst>
              <a:ext uri="{FF2B5EF4-FFF2-40B4-BE49-F238E27FC236}">
                <a16:creationId xmlns:a16="http://schemas.microsoft.com/office/drawing/2014/main" id="{46E3AC1A-6ACD-7272-C24A-7B58C44052DC}"/>
              </a:ext>
            </a:extLst>
          </p:cNvPr>
          <p:cNvSpPr/>
          <p:nvPr/>
        </p:nvSpPr>
        <p:spPr>
          <a:xfrm>
            <a:off x="11051292" y="4408226"/>
            <a:ext cx="220979" cy="22097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5" name="テキスト ボックス 944">
                <a:extLst>
                  <a:ext uri="{FF2B5EF4-FFF2-40B4-BE49-F238E27FC236}">
                    <a16:creationId xmlns:a16="http://schemas.microsoft.com/office/drawing/2014/main" id="{670AC9B2-FF1A-FEA8-94D2-E6705B91F267}"/>
                  </a:ext>
                </a:extLst>
              </p:cNvPr>
              <p:cNvSpPr txBox="1"/>
              <p:nvPr/>
            </p:nvSpPr>
            <p:spPr>
              <a:xfrm>
                <a:off x="11107410" y="3399421"/>
                <a:ext cx="1252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45" name="テキスト ボックス 944">
                <a:extLst>
                  <a:ext uri="{FF2B5EF4-FFF2-40B4-BE49-F238E27FC236}">
                    <a16:creationId xmlns:a16="http://schemas.microsoft.com/office/drawing/2014/main" id="{670AC9B2-FF1A-FEA8-94D2-E6705B91F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410" y="3399421"/>
                <a:ext cx="125291" cy="123111"/>
              </a:xfrm>
              <a:prstGeom prst="rect">
                <a:avLst/>
              </a:prstGeom>
              <a:blipFill>
                <a:blip r:embed="rId68"/>
                <a:stretch>
                  <a:fillRect l="-19048" t="-5000" r="-14286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6" name="テキスト ボックス 945">
                <a:extLst>
                  <a:ext uri="{FF2B5EF4-FFF2-40B4-BE49-F238E27FC236}">
                    <a16:creationId xmlns:a16="http://schemas.microsoft.com/office/drawing/2014/main" id="{A3D7C5D2-1D92-BB05-7D10-E3F5703B5515}"/>
                  </a:ext>
                </a:extLst>
              </p:cNvPr>
              <p:cNvSpPr txBox="1"/>
              <p:nvPr/>
            </p:nvSpPr>
            <p:spPr>
              <a:xfrm>
                <a:off x="11107409" y="3920031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46" name="テキスト ボックス 945">
                <a:extLst>
                  <a:ext uri="{FF2B5EF4-FFF2-40B4-BE49-F238E27FC236}">
                    <a16:creationId xmlns:a16="http://schemas.microsoft.com/office/drawing/2014/main" id="{A3D7C5D2-1D92-BB05-7D10-E3F5703B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409" y="3920031"/>
                <a:ext cx="127664" cy="123111"/>
              </a:xfrm>
              <a:prstGeom prst="rect">
                <a:avLst/>
              </a:prstGeom>
              <a:blipFill>
                <a:blip r:embed="rId69"/>
                <a:stretch>
                  <a:fillRect l="-19048" r="-14286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7" name="テキスト ボックス 946">
                <a:extLst>
                  <a:ext uri="{FF2B5EF4-FFF2-40B4-BE49-F238E27FC236}">
                    <a16:creationId xmlns:a16="http://schemas.microsoft.com/office/drawing/2014/main" id="{7CDAB84F-9785-B807-7BEC-F9D25036BCA2}"/>
                  </a:ext>
                </a:extLst>
              </p:cNvPr>
              <p:cNvSpPr txBox="1"/>
              <p:nvPr/>
            </p:nvSpPr>
            <p:spPr>
              <a:xfrm>
                <a:off x="11104233" y="4445449"/>
                <a:ext cx="12766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800" dirty="0"/>
              </a:p>
            </p:txBody>
          </p:sp>
        </mc:Choice>
        <mc:Fallback xmlns="">
          <p:sp>
            <p:nvSpPr>
              <p:cNvPr id="947" name="テキスト ボックス 946">
                <a:extLst>
                  <a:ext uri="{FF2B5EF4-FFF2-40B4-BE49-F238E27FC236}">
                    <a16:creationId xmlns:a16="http://schemas.microsoft.com/office/drawing/2014/main" id="{7CDAB84F-9785-B807-7BEC-F9D25036B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4233" y="4445449"/>
                <a:ext cx="127664" cy="123111"/>
              </a:xfrm>
              <a:prstGeom prst="rect">
                <a:avLst/>
              </a:prstGeom>
              <a:blipFill>
                <a:blip r:embed="rId70"/>
                <a:stretch>
                  <a:fillRect l="-23810" r="-9524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84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02F9-8652-A24E-35E1-C6820025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9ACA9F2-43B0-637C-8ED0-E0171EA4F2C5}"/>
              </a:ext>
            </a:extLst>
          </p:cNvPr>
          <p:cNvSpPr/>
          <p:nvPr/>
        </p:nvSpPr>
        <p:spPr>
          <a:xfrm flipH="1">
            <a:off x="1462146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9D1DA3F-ACBB-03C0-5A6F-74E886A1835E}"/>
              </a:ext>
            </a:extLst>
          </p:cNvPr>
          <p:cNvSpPr/>
          <p:nvPr/>
        </p:nvSpPr>
        <p:spPr>
          <a:xfrm flipH="1">
            <a:off x="1809222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9C7850A-0411-EC99-C58E-08869AE31033}"/>
              </a:ext>
            </a:extLst>
          </p:cNvPr>
          <p:cNvSpPr/>
          <p:nvPr/>
        </p:nvSpPr>
        <p:spPr>
          <a:xfrm flipH="1">
            <a:off x="2157386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E59F005-8F61-A445-4BFA-2E94100E3C28}"/>
              </a:ext>
            </a:extLst>
          </p:cNvPr>
          <p:cNvSpPr/>
          <p:nvPr/>
        </p:nvSpPr>
        <p:spPr>
          <a:xfrm flipH="1">
            <a:off x="2504462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BCD6332-2476-D250-6A34-9E8AFFCEF2E3}"/>
              </a:ext>
            </a:extLst>
          </p:cNvPr>
          <p:cNvSpPr/>
          <p:nvPr/>
        </p:nvSpPr>
        <p:spPr>
          <a:xfrm flipH="1">
            <a:off x="2851538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17463CE-70AD-504A-90E2-1DEB37CF8077}"/>
              </a:ext>
            </a:extLst>
          </p:cNvPr>
          <p:cNvSpPr/>
          <p:nvPr/>
        </p:nvSpPr>
        <p:spPr>
          <a:xfrm flipH="1">
            <a:off x="3198614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7331248-AA71-31FD-601D-7F74DEC90F39}"/>
              </a:ext>
            </a:extLst>
          </p:cNvPr>
          <p:cNvSpPr/>
          <p:nvPr/>
        </p:nvSpPr>
        <p:spPr>
          <a:xfrm flipH="1">
            <a:off x="3546778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7538969-A1A1-2ADD-19E7-CA66DA69EC1E}"/>
              </a:ext>
            </a:extLst>
          </p:cNvPr>
          <p:cNvSpPr/>
          <p:nvPr/>
        </p:nvSpPr>
        <p:spPr>
          <a:xfrm flipH="1">
            <a:off x="3893854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B5BAC90-4690-9ADC-BF7B-07DF5AA3B92D}"/>
              </a:ext>
            </a:extLst>
          </p:cNvPr>
          <p:cNvSpPr/>
          <p:nvPr/>
        </p:nvSpPr>
        <p:spPr>
          <a:xfrm flipH="1">
            <a:off x="4240930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8" name="正方形/長方形 947">
            <a:extLst>
              <a:ext uri="{FF2B5EF4-FFF2-40B4-BE49-F238E27FC236}">
                <a16:creationId xmlns:a16="http://schemas.microsoft.com/office/drawing/2014/main" id="{62961038-39C5-63CE-EED7-D96BEE0941EE}"/>
              </a:ext>
            </a:extLst>
          </p:cNvPr>
          <p:cNvSpPr/>
          <p:nvPr/>
        </p:nvSpPr>
        <p:spPr>
          <a:xfrm flipH="1">
            <a:off x="4588006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9" name="正方形/長方形 948">
            <a:extLst>
              <a:ext uri="{FF2B5EF4-FFF2-40B4-BE49-F238E27FC236}">
                <a16:creationId xmlns:a16="http://schemas.microsoft.com/office/drawing/2014/main" id="{4B9E8AE0-5171-A440-4487-F713610FFB29}"/>
              </a:ext>
            </a:extLst>
          </p:cNvPr>
          <p:cNvSpPr/>
          <p:nvPr/>
        </p:nvSpPr>
        <p:spPr>
          <a:xfrm flipH="1">
            <a:off x="4936170" y="27669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5" name="正方形/長方形 954">
            <a:extLst>
              <a:ext uri="{FF2B5EF4-FFF2-40B4-BE49-F238E27FC236}">
                <a16:creationId xmlns:a16="http://schemas.microsoft.com/office/drawing/2014/main" id="{FF815EFA-B280-F5DF-372D-B92DFAAB6879}"/>
              </a:ext>
            </a:extLst>
          </p:cNvPr>
          <p:cNvSpPr/>
          <p:nvPr/>
        </p:nvSpPr>
        <p:spPr>
          <a:xfrm flipH="1">
            <a:off x="1462146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6" name="正方形/長方形 955">
            <a:extLst>
              <a:ext uri="{FF2B5EF4-FFF2-40B4-BE49-F238E27FC236}">
                <a16:creationId xmlns:a16="http://schemas.microsoft.com/office/drawing/2014/main" id="{9AD000F0-41D3-CE8F-123C-8D7DF6C57BC1}"/>
              </a:ext>
            </a:extLst>
          </p:cNvPr>
          <p:cNvSpPr/>
          <p:nvPr/>
        </p:nvSpPr>
        <p:spPr>
          <a:xfrm flipH="1">
            <a:off x="1809222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7" name="正方形/長方形 956">
            <a:extLst>
              <a:ext uri="{FF2B5EF4-FFF2-40B4-BE49-F238E27FC236}">
                <a16:creationId xmlns:a16="http://schemas.microsoft.com/office/drawing/2014/main" id="{5C971B3E-896E-3933-A168-4560C0611F5D}"/>
              </a:ext>
            </a:extLst>
          </p:cNvPr>
          <p:cNvSpPr/>
          <p:nvPr/>
        </p:nvSpPr>
        <p:spPr>
          <a:xfrm flipH="1">
            <a:off x="2157386" y="3113981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8" name="正方形/長方形 957">
            <a:extLst>
              <a:ext uri="{FF2B5EF4-FFF2-40B4-BE49-F238E27FC236}">
                <a16:creationId xmlns:a16="http://schemas.microsoft.com/office/drawing/2014/main" id="{1035CC22-0702-73DF-83F0-F3C918F24351}"/>
              </a:ext>
            </a:extLst>
          </p:cNvPr>
          <p:cNvSpPr/>
          <p:nvPr/>
        </p:nvSpPr>
        <p:spPr>
          <a:xfrm flipH="1">
            <a:off x="2504462" y="3113981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9" name="正方形/長方形 958">
            <a:extLst>
              <a:ext uri="{FF2B5EF4-FFF2-40B4-BE49-F238E27FC236}">
                <a16:creationId xmlns:a16="http://schemas.microsoft.com/office/drawing/2014/main" id="{32DE88D6-4B30-26D4-FCCE-E0634F093E03}"/>
              </a:ext>
            </a:extLst>
          </p:cNvPr>
          <p:cNvSpPr/>
          <p:nvPr/>
        </p:nvSpPr>
        <p:spPr>
          <a:xfrm flipH="1">
            <a:off x="2851538" y="3113981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25C0E403-B00C-5F79-13B6-88E8DADC313E}"/>
              </a:ext>
            </a:extLst>
          </p:cNvPr>
          <p:cNvSpPr/>
          <p:nvPr/>
        </p:nvSpPr>
        <p:spPr>
          <a:xfrm flipH="1">
            <a:off x="3198614" y="3113981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C8375D1D-25FA-0A31-4F20-24727B43AC61}"/>
              </a:ext>
            </a:extLst>
          </p:cNvPr>
          <p:cNvSpPr/>
          <p:nvPr/>
        </p:nvSpPr>
        <p:spPr>
          <a:xfrm flipH="1">
            <a:off x="3546778" y="3113981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03C5E964-75D0-C55D-F48D-4C9691D9E01D}"/>
              </a:ext>
            </a:extLst>
          </p:cNvPr>
          <p:cNvSpPr/>
          <p:nvPr/>
        </p:nvSpPr>
        <p:spPr>
          <a:xfrm flipH="1">
            <a:off x="3893854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AE8C5DBD-A8B6-C825-A0F8-DDC559B748C7}"/>
              </a:ext>
            </a:extLst>
          </p:cNvPr>
          <p:cNvSpPr/>
          <p:nvPr/>
        </p:nvSpPr>
        <p:spPr>
          <a:xfrm flipH="1">
            <a:off x="4240930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566FA736-C95A-CCA0-06B7-879E46C3BBDE}"/>
              </a:ext>
            </a:extLst>
          </p:cNvPr>
          <p:cNvSpPr/>
          <p:nvPr/>
        </p:nvSpPr>
        <p:spPr>
          <a:xfrm flipH="1">
            <a:off x="4588006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E28E9777-1A5D-6C62-EEFE-4DB3C1643DEC}"/>
              </a:ext>
            </a:extLst>
          </p:cNvPr>
          <p:cNvSpPr/>
          <p:nvPr/>
        </p:nvSpPr>
        <p:spPr>
          <a:xfrm flipH="1">
            <a:off x="4936170" y="311398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7A927E50-2D68-17D3-69A6-7CC7AFE579DA}"/>
              </a:ext>
            </a:extLst>
          </p:cNvPr>
          <p:cNvSpPr/>
          <p:nvPr/>
        </p:nvSpPr>
        <p:spPr>
          <a:xfrm flipH="1">
            <a:off x="1462146" y="346026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4E270F85-AF0D-9A24-6F1A-FDA4DDB6EA73}"/>
              </a:ext>
            </a:extLst>
          </p:cNvPr>
          <p:cNvSpPr/>
          <p:nvPr/>
        </p:nvSpPr>
        <p:spPr>
          <a:xfrm flipH="1">
            <a:off x="1809222" y="346026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EF045D5A-40AA-2A26-3B0A-187A184ADA09}"/>
              </a:ext>
            </a:extLst>
          </p:cNvPr>
          <p:cNvSpPr/>
          <p:nvPr/>
        </p:nvSpPr>
        <p:spPr>
          <a:xfrm flipH="1">
            <a:off x="2157386" y="3460268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6A3C8229-910A-15BE-A2F3-F7ABDE3F6197}"/>
              </a:ext>
            </a:extLst>
          </p:cNvPr>
          <p:cNvSpPr/>
          <p:nvPr/>
        </p:nvSpPr>
        <p:spPr>
          <a:xfrm flipH="1">
            <a:off x="2504462" y="3460268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5CC7193D-1660-D172-18B4-65A37BCEE351}"/>
              </a:ext>
            </a:extLst>
          </p:cNvPr>
          <p:cNvSpPr/>
          <p:nvPr/>
        </p:nvSpPr>
        <p:spPr>
          <a:xfrm flipH="1">
            <a:off x="2851538" y="3460268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BE8E1160-44EB-A4C4-42E2-E6E70F231022}"/>
              </a:ext>
            </a:extLst>
          </p:cNvPr>
          <p:cNvSpPr/>
          <p:nvPr/>
        </p:nvSpPr>
        <p:spPr>
          <a:xfrm flipH="1">
            <a:off x="3198614" y="3460268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EA3E9ABB-7480-E95A-620A-BCC89788DEE6}"/>
              </a:ext>
            </a:extLst>
          </p:cNvPr>
          <p:cNvSpPr/>
          <p:nvPr/>
        </p:nvSpPr>
        <p:spPr>
          <a:xfrm flipH="1">
            <a:off x="3546778" y="3460268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9EC09490-934A-463E-DA1A-6464558148DD}"/>
              </a:ext>
            </a:extLst>
          </p:cNvPr>
          <p:cNvSpPr/>
          <p:nvPr/>
        </p:nvSpPr>
        <p:spPr>
          <a:xfrm flipH="1">
            <a:off x="3893310" y="346026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2B2CB403-F733-9D8B-26CA-118B585BEE37}"/>
              </a:ext>
            </a:extLst>
          </p:cNvPr>
          <p:cNvSpPr/>
          <p:nvPr/>
        </p:nvSpPr>
        <p:spPr>
          <a:xfrm flipH="1">
            <a:off x="4240930" y="346026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761CEDD6-F8B4-225F-5C80-2F4F78C012F7}"/>
              </a:ext>
            </a:extLst>
          </p:cNvPr>
          <p:cNvSpPr/>
          <p:nvPr/>
        </p:nvSpPr>
        <p:spPr>
          <a:xfrm flipH="1">
            <a:off x="4588006" y="346026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0FA9DC93-7849-E27E-9A0B-6EDDA5B80D0D}"/>
              </a:ext>
            </a:extLst>
          </p:cNvPr>
          <p:cNvSpPr/>
          <p:nvPr/>
        </p:nvSpPr>
        <p:spPr>
          <a:xfrm flipH="1">
            <a:off x="4936170" y="346026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2D03CCB1-5F22-A4CC-DB5D-6F3B83051532}"/>
              </a:ext>
            </a:extLst>
          </p:cNvPr>
          <p:cNvSpPr/>
          <p:nvPr/>
        </p:nvSpPr>
        <p:spPr>
          <a:xfrm flipH="1">
            <a:off x="1462146" y="380655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0E386B9B-7764-4122-4841-38842EBDBF88}"/>
              </a:ext>
            </a:extLst>
          </p:cNvPr>
          <p:cNvSpPr/>
          <p:nvPr/>
        </p:nvSpPr>
        <p:spPr>
          <a:xfrm flipH="1">
            <a:off x="1809222" y="380655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BB8E20B5-3F44-26BC-B7FF-B042DE6757D9}"/>
              </a:ext>
            </a:extLst>
          </p:cNvPr>
          <p:cNvSpPr/>
          <p:nvPr/>
        </p:nvSpPr>
        <p:spPr>
          <a:xfrm flipH="1">
            <a:off x="2157386" y="3806555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0B412428-CE20-FB34-FD26-44D8F0A951A2}"/>
              </a:ext>
            </a:extLst>
          </p:cNvPr>
          <p:cNvSpPr/>
          <p:nvPr/>
        </p:nvSpPr>
        <p:spPr>
          <a:xfrm flipH="1">
            <a:off x="2504462" y="3806555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22FC725A-BD65-7F91-6F5B-DEB7FD16625B}"/>
              </a:ext>
            </a:extLst>
          </p:cNvPr>
          <p:cNvSpPr/>
          <p:nvPr/>
        </p:nvSpPr>
        <p:spPr>
          <a:xfrm flipH="1">
            <a:off x="2851538" y="3806555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84673AA6-34F3-5D21-A5EB-6DBA70A3E191}"/>
              </a:ext>
            </a:extLst>
          </p:cNvPr>
          <p:cNvSpPr/>
          <p:nvPr/>
        </p:nvSpPr>
        <p:spPr>
          <a:xfrm flipH="1">
            <a:off x="3198614" y="3806555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EACF2BC6-E85A-282F-1490-46B779E2B695}"/>
              </a:ext>
            </a:extLst>
          </p:cNvPr>
          <p:cNvSpPr/>
          <p:nvPr/>
        </p:nvSpPr>
        <p:spPr>
          <a:xfrm flipH="1">
            <a:off x="3546778" y="3806555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A06F5B08-2FEF-0463-EAFB-7CFB3D86EEC1}"/>
              </a:ext>
            </a:extLst>
          </p:cNvPr>
          <p:cNvSpPr/>
          <p:nvPr/>
        </p:nvSpPr>
        <p:spPr>
          <a:xfrm flipH="1">
            <a:off x="3893310" y="3806555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5E7EB604-D975-D947-0638-12AE8BD26BF8}"/>
              </a:ext>
            </a:extLst>
          </p:cNvPr>
          <p:cNvSpPr/>
          <p:nvPr/>
        </p:nvSpPr>
        <p:spPr>
          <a:xfrm flipH="1">
            <a:off x="4240930" y="380655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7BC40669-F15D-60AA-A9D8-6132B2776088}"/>
              </a:ext>
            </a:extLst>
          </p:cNvPr>
          <p:cNvSpPr/>
          <p:nvPr/>
        </p:nvSpPr>
        <p:spPr>
          <a:xfrm flipH="1">
            <a:off x="4588006" y="380655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164A9454-5D65-6A59-41A6-F73B00957CEC}"/>
              </a:ext>
            </a:extLst>
          </p:cNvPr>
          <p:cNvSpPr/>
          <p:nvPr/>
        </p:nvSpPr>
        <p:spPr>
          <a:xfrm flipH="1">
            <a:off x="4936170" y="380655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3857E68D-A44B-310A-EED8-5616837A62D9}"/>
              </a:ext>
            </a:extLst>
          </p:cNvPr>
          <p:cNvSpPr/>
          <p:nvPr/>
        </p:nvSpPr>
        <p:spPr>
          <a:xfrm flipH="1">
            <a:off x="1462146" y="4152842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3E775717-EA69-2F0A-A9A2-9ED56F27CD67}"/>
              </a:ext>
            </a:extLst>
          </p:cNvPr>
          <p:cNvSpPr/>
          <p:nvPr/>
        </p:nvSpPr>
        <p:spPr>
          <a:xfrm flipH="1">
            <a:off x="1809222" y="4152842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844C9D88-3633-F450-A4DC-74CEC3E2A895}"/>
              </a:ext>
            </a:extLst>
          </p:cNvPr>
          <p:cNvSpPr/>
          <p:nvPr/>
        </p:nvSpPr>
        <p:spPr>
          <a:xfrm flipH="1">
            <a:off x="2157386" y="4152842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2546A891-5634-FEBF-0FFA-4A6C795764D0}"/>
              </a:ext>
            </a:extLst>
          </p:cNvPr>
          <p:cNvSpPr/>
          <p:nvPr/>
        </p:nvSpPr>
        <p:spPr>
          <a:xfrm flipH="1">
            <a:off x="2504462" y="4152842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516B9C5C-E72F-9D58-1DAD-039F9DFC0094}"/>
              </a:ext>
            </a:extLst>
          </p:cNvPr>
          <p:cNvSpPr/>
          <p:nvPr/>
        </p:nvSpPr>
        <p:spPr>
          <a:xfrm flipH="1">
            <a:off x="2851538" y="4152842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3777EE7-8794-9C84-C051-594A32FC6DB9}"/>
              </a:ext>
            </a:extLst>
          </p:cNvPr>
          <p:cNvSpPr/>
          <p:nvPr/>
        </p:nvSpPr>
        <p:spPr>
          <a:xfrm flipH="1">
            <a:off x="3198614" y="4152842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232B2266-3755-CE65-AD47-52AA51859AF1}"/>
              </a:ext>
            </a:extLst>
          </p:cNvPr>
          <p:cNvSpPr/>
          <p:nvPr/>
        </p:nvSpPr>
        <p:spPr>
          <a:xfrm flipH="1">
            <a:off x="3546778" y="4152842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D7CE4FF4-5BE7-53A1-B270-24FDADA39418}"/>
              </a:ext>
            </a:extLst>
          </p:cNvPr>
          <p:cNvSpPr/>
          <p:nvPr/>
        </p:nvSpPr>
        <p:spPr>
          <a:xfrm flipH="1">
            <a:off x="3893310" y="4152842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988826F-457C-DA74-87C2-CDADABE196C2}"/>
              </a:ext>
            </a:extLst>
          </p:cNvPr>
          <p:cNvSpPr/>
          <p:nvPr/>
        </p:nvSpPr>
        <p:spPr>
          <a:xfrm flipH="1">
            <a:off x="4240930" y="4152842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CE12DB7E-2D69-A45B-2E9F-8F78ABAB7359}"/>
              </a:ext>
            </a:extLst>
          </p:cNvPr>
          <p:cNvSpPr/>
          <p:nvPr/>
        </p:nvSpPr>
        <p:spPr>
          <a:xfrm flipH="1">
            <a:off x="4588006" y="4152842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CD98ABEA-08FB-54F1-9672-C92C767ACA2B}"/>
              </a:ext>
            </a:extLst>
          </p:cNvPr>
          <p:cNvSpPr/>
          <p:nvPr/>
        </p:nvSpPr>
        <p:spPr>
          <a:xfrm flipH="1">
            <a:off x="4936170" y="4152842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9" name="正方形/長方形 418">
            <a:extLst>
              <a:ext uri="{FF2B5EF4-FFF2-40B4-BE49-F238E27FC236}">
                <a16:creationId xmlns:a16="http://schemas.microsoft.com/office/drawing/2014/main" id="{9EB6E8CB-8E39-4A76-D48A-74464EE1CA0F}"/>
              </a:ext>
            </a:extLst>
          </p:cNvPr>
          <p:cNvSpPr/>
          <p:nvPr/>
        </p:nvSpPr>
        <p:spPr>
          <a:xfrm flipH="1">
            <a:off x="1462146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23EFEDEC-7AFE-A9D8-0265-FEFFBF257751}"/>
              </a:ext>
            </a:extLst>
          </p:cNvPr>
          <p:cNvSpPr/>
          <p:nvPr/>
        </p:nvSpPr>
        <p:spPr>
          <a:xfrm flipH="1">
            <a:off x="1809222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8CBB75A2-A065-9B47-9AD4-D9BEB2175B8C}"/>
              </a:ext>
            </a:extLst>
          </p:cNvPr>
          <p:cNvSpPr/>
          <p:nvPr/>
        </p:nvSpPr>
        <p:spPr>
          <a:xfrm flipH="1">
            <a:off x="2157386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2" name="正方形/長方形 421">
            <a:extLst>
              <a:ext uri="{FF2B5EF4-FFF2-40B4-BE49-F238E27FC236}">
                <a16:creationId xmlns:a16="http://schemas.microsoft.com/office/drawing/2014/main" id="{D822CACD-4C41-879E-ADCF-3D387816C0D2}"/>
              </a:ext>
            </a:extLst>
          </p:cNvPr>
          <p:cNvSpPr/>
          <p:nvPr/>
        </p:nvSpPr>
        <p:spPr>
          <a:xfrm flipH="1">
            <a:off x="2504462" y="449991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3" name="正方形/長方形 422">
            <a:extLst>
              <a:ext uri="{FF2B5EF4-FFF2-40B4-BE49-F238E27FC236}">
                <a16:creationId xmlns:a16="http://schemas.microsoft.com/office/drawing/2014/main" id="{51079A9C-5C12-F952-63C9-C8E0FDC1EF8C}"/>
              </a:ext>
            </a:extLst>
          </p:cNvPr>
          <p:cNvSpPr/>
          <p:nvPr/>
        </p:nvSpPr>
        <p:spPr>
          <a:xfrm flipH="1">
            <a:off x="2851538" y="449991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4" name="正方形/長方形 423">
            <a:extLst>
              <a:ext uri="{FF2B5EF4-FFF2-40B4-BE49-F238E27FC236}">
                <a16:creationId xmlns:a16="http://schemas.microsoft.com/office/drawing/2014/main" id="{069C3740-8EA3-DFF7-5100-EE0EBA210D05}"/>
              </a:ext>
            </a:extLst>
          </p:cNvPr>
          <p:cNvSpPr/>
          <p:nvPr/>
        </p:nvSpPr>
        <p:spPr>
          <a:xfrm flipH="1">
            <a:off x="3198614" y="449991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21A5FA3E-E1D6-C60E-E0BC-01869511C265}"/>
              </a:ext>
            </a:extLst>
          </p:cNvPr>
          <p:cNvSpPr/>
          <p:nvPr/>
        </p:nvSpPr>
        <p:spPr>
          <a:xfrm flipH="1">
            <a:off x="3546234" y="449991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6" name="正方形/長方形 425">
            <a:extLst>
              <a:ext uri="{FF2B5EF4-FFF2-40B4-BE49-F238E27FC236}">
                <a16:creationId xmlns:a16="http://schemas.microsoft.com/office/drawing/2014/main" id="{859A4424-AC18-9DEC-4A34-2E7E124BD326}"/>
              </a:ext>
            </a:extLst>
          </p:cNvPr>
          <p:cNvSpPr/>
          <p:nvPr/>
        </p:nvSpPr>
        <p:spPr>
          <a:xfrm flipH="1">
            <a:off x="3893310" y="4499918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7" name="正方形/長方形 426">
            <a:extLst>
              <a:ext uri="{FF2B5EF4-FFF2-40B4-BE49-F238E27FC236}">
                <a16:creationId xmlns:a16="http://schemas.microsoft.com/office/drawing/2014/main" id="{FDEBAA79-B682-E040-CDB1-4A25144AB668}"/>
              </a:ext>
            </a:extLst>
          </p:cNvPr>
          <p:cNvSpPr/>
          <p:nvPr/>
        </p:nvSpPr>
        <p:spPr>
          <a:xfrm flipH="1">
            <a:off x="4240930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8" name="正方形/長方形 427">
            <a:extLst>
              <a:ext uri="{FF2B5EF4-FFF2-40B4-BE49-F238E27FC236}">
                <a16:creationId xmlns:a16="http://schemas.microsoft.com/office/drawing/2014/main" id="{1A36D845-E96D-C8D5-A580-2C749CDCDEB6}"/>
              </a:ext>
            </a:extLst>
          </p:cNvPr>
          <p:cNvSpPr/>
          <p:nvPr/>
        </p:nvSpPr>
        <p:spPr>
          <a:xfrm flipH="1">
            <a:off x="4588006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9" name="正方形/長方形 428">
            <a:extLst>
              <a:ext uri="{FF2B5EF4-FFF2-40B4-BE49-F238E27FC236}">
                <a16:creationId xmlns:a16="http://schemas.microsoft.com/office/drawing/2014/main" id="{141C9526-D217-686A-777A-CD233EE7004D}"/>
              </a:ext>
            </a:extLst>
          </p:cNvPr>
          <p:cNvSpPr/>
          <p:nvPr/>
        </p:nvSpPr>
        <p:spPr>
          <a:xfrm flipH="1">
            <a:off x="4936170" y="4499918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5" name="正方形/長方形 434">
            <a:extLst>
              <a:ext uri="{FF2B5EF4-FFF2-40B4-BE49-F238E27FC236}">
                <a16:creationId xmlns:a16="http://schemas.microsoft.com/office/drawing/2014/main" id="{D6BC9BB3-5F67-60B6-991C-6E47CB2A6B68}"/>
              </a:ext>
            </a:extLst>
          </p:cNvPr>
          <p:cNvSpPr/>
          <p:nvPr/>
        </p:nvSpPr>
        <p:spPr>
          <a:xfrm flipH="1">
            <a:off x="1462146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6" name="正方形/長方形 435">
            <a:extLst>
              <a:ext uri="{FF2B5EF4-FFF2-40B4-BE49-F238E27FC236}">
                <a16:creationId xmlns:a16="http://schemas.microsoft.com/office/drawing/2014/main" id="{B4DED60D-00E9-A6F9-F9A5-D27DEF64AB17}"/>
              </a:ext>
            </a:extLst>
          </p:cNvPr>
          <p:cNvSpPr/>
          <p:nvPr/>
        </p:nvSpPr>
        <p:spPr>
          <a:xfrm flipH="1">
            <a:off x="1809222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7" name="正方形/長方形 436">
            <a:extLst>
              <a:ext uri="{FF2B5EF4-FFF2-40B4-BE49-F238E27FC236}">
                <a16:creationId xmlns:a16="http://schemas.microsoft.com/office/drawing/2014/main" id="{72775DEB-EA4C-AF9F-A152-AF400404C0EA}"/>
              </a:ext>
            </a:extLst>
          </p:cNvPr>
          <p:cNvSpPr/>
          <p:nvPr/>
        </p:nvSpPr>
        <p:spPr>
          <a:xfrm flipH="1">
            <a:off x="2157386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8" name="正方形/長方形 437">
            <a:extLst>
              <a:ext uri="{FF2B5EF4-FFF2-40B4-BE49-F238E27FC236}">
                <a16:creationId xmlns:a16="http://schemas.microsoft.com/office/drawing/2014/main" id="{0D9F007C-DF30-40EC-0238-83D0DB016F68}"/>
              </a:ext>
            </a:extLst>
          </p:cNvPr>
          <p:cNvSpPr/>
          <p:nvPr/>
        </p:nvSpPr>
        <p:spPr>
          <a:xfrm flipH="1">
            <a:off x="2504462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9" name="正方形/長方形 438">
            <a:extLst>
              <a:ext uri="{FF2B5EF4-FFF2-40B4-BE49-F238E27FC236}">
                <a16:creationId xmlns:a16="http://schemas.microsoft.com/office/drawing/2014/main" id="{E0B941FC-D140-B44B-C08C-55213CE257D2}"/>
              </a:ext>
            </a:extLst>
          </p:cNvPr>
          <p:cNvSpPr/>
          <p:nvPr/>
        </p:nvSpPr>
        <p:spPr>
          <a:xfrm flipH="1">
            <a:off x="2851538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0" name="正方形/長方形 439">
            <a:extLst>
              <a:ext uri="{FF2B5EF4-FFF2-40B4-BE49-F238E27FC236}">
                <a16:creationId xmlns:a16="http://schemas.microsoft.com/office/drawing/2014/main" id="{C6D0637B-8281-494E-6427-8F9BD116AE3B}"/>
              </a:ext>
            </a:extLst>
          </p:cNvPr>
          <p:cNvSpPr/>
          <p:nvPr/>
        </p:nvSpPr>
        <p:spPr>
          <a:xfrm flipH="1">
            <a:off x="3198614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1" name="正方形/長方形 440">
            <a:extLst>
              <a:ext uri="{FF2B5EF4-FFF2-40B4-BE49-F238E27FC236}">
                <a16:creationId xmlns:a16="http://schemas.microsoft.com/office/drawing/2014/main" id="{3E5A73BD-2F32-2B80-A6C2-8013D6A95B19}"/>
              </a:ext>
            </a:extLst>
          </p:cNvPr>
          <p:cNvSpPr/>
          <p:nvPr/>
        </p:nvSpPr>
        <p:spPr>
          <a:xfrm flipH="1">
            <a:off x="3546778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2" name="正方形/長方形 441">
            <a:extLst>
              <a:ext uri="{FF2B5EF4-FFF2-40B4-BE49-F238E27FC236}">
                <a16:creationId xmlns:a16="http://schemas.microsoft.com/office/drawing/2014/main" id="{1BC1E7CE-6EB1-ECBF-6393-C0ECAA73D475}"/>
              </a:ext>
            </a:extLst>
          </p:cNvPr>
          <p:cNvSpPr/>
          <p:nvPr/>
        </p:nvSpPr>
        <p:spPr>
          <a:xfrm flipH="1">
            <a:off x="3893854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3" name="正方形/長方形 442">
            <a:extLst>
              <a:ext uri="{FF2B5EF4-FFF2-40B4-BE49-F238E27FC236}">
                <a16:creationId xmlns:a16="http://schemas.microsoft.com/office/drawing/2014/main" id="{594A7D7F-70E4-73ED-32F0-7285A0E520BC}"/>
              </a:ext>
            </a:extLst>
          </p:cNvPr>
          <p:cNvSpPr/>
          <p:nvPr/>
        </p:nvSpPr>
        <p:spPr>
          <a:xfrm flipH="1">
            <a:off x="4240930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4" name="正方形/長方形 443">
            <a:extLst>
              <a:ext uri="{FF2B5EF4-FFF2-40B4-BE49-F238E27FC236}">
                <a16:creationId xmlns:a16="http://schemas.microsoft.com/office/drawing/2014/main" id="{ACE34180-D37B-A435-F9B9-EDAFC99ECDF9}"/>
              </a:ext>
            </a:extLst>
          </p:cNvPr>
          <p:cNvSpPr/>
          <p:nvPr/>
        </p:nvSpPr>
        <p:spPr>
          <a:xfrm flipH="1">
            <a:off x="4588006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5" name="正方形/長方形 444">
            <a:extLst>
              <a:ext uri="{FF2B5EF4-FFF2-40B4-BE49-F238E27FC236}">
                <a16:creationId xmlns:a16="http://schemas.microsoft.com/office/drawing/2014/main" id="{CF5E5D69-EB8F-EA30-A52A-7C3C8DCDB049}"/>
              </a:ext>
            </a:extLst>
          </p:cNvPr>
          <p:cNvSpPr/>
          <p:nvPr/>
        </p:nvSpPr>
        <p:spPr>
          <a:xfrm flipH="1">
            <a:off x="4936170" y="4846205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2" name="正方形/長方形 611">
            <a:extLst>
              <a:ext uri="{FF2B5EF4-FFF2-40B4-BE49-F238E27FC236}">
                <a16:creationId xmlns:a16="http://schemas.microsoft.com/office/drawing/2014/main" id="{78973658-5B73-B328-45C1-0A30517833D1}"/>
              </a:ext>
            </a:extLst>
          </p:cNvPr>
          <p:cNvSpPr/>
          <p:nvPr/>
        </p:nvSpPr>
        <p:spPr>
          <a:xfrm flipH="1">
            <a:off x="5613788" y="3488679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3" name="正方形/長方形 612">
            <a:extLst>
              <a:ext uri="{FF2B5EF4-FFF2-40B4-BE49-F238E27FC236}">
                <a16:creationId xmlns:a16="http://schemas.microsoft.com/office/drawing/2014/main" id="{B6439726-BAA4-2782-C33B-8265142AFABF}"/>
              </a:ext>
            </a:extLst>
          </p:cNvPr>
          <p:cNvSpPr/>
          <p:nvPr/>
        </p:nvSpPr>
        <p:spPr>
          <a:xfrm flipH="1">
            <a:off x="5613788" y="4182042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2D5DCFAD-5E7E-6066-AC16-2D93F4C84C6A}"/>
              </a:ext>
            </a:extLst>
          </p:cNvPr>
          <p:cNvSpPr/>
          <p:nvPr/>
        </p:nvSpPr>
        <p:spPr>
          <a:xfrm flipH="1">
            <a:off x="5613788" y="3835755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5" name="正方形/長方形 614">
            <a:extLst>
              <a:ext uri="{FF2B5EF4-FFF2-40B4-BE49-F238E27FC236}">
                <a16:creationId xmlns:a16="http://schemas.microsoft.com/office/drawing/2014/main" id="{6297202F-763B-5F6C-4D1D-1D13B7B14FD5}"/>
              </a:ext>
            </a:extLst>
          </p:cNvPr>
          <p:cNvSpPr/>
          <p:nvPr/>
        </p:nvSpPr>
        <p:spPr>
          <a:xfrm flipH="1">
            <a:off x="5613788" y="4528329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6" name="テキスト ボックス 615">
            <a:extLst>
              <a:ext uri="{FF2B5EF4-FFF2-40B4-BE49-F238E27FC236}">
                <a16:creationId xmlns:a16="http://schemas.microsoft.com/office/drawing/2014/main" id="{05C1FE41-66DC-2377-8985-7E46097A395B}"/>
              </a:ext>
            </a:extLst>
          </p:cNvPr>
          <p:cNvSpPr txBox="1"/>
          <p:nvPr/>
        </p:nvSpPr>
        <p:spPr>
          <a:xfrm>
            <a:off x="6089545" y="35237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背景</a:t>
            </a:r>
          </a:p>
        </p:txBody>
      </p:sp>
      <p:sp>
        <p:nvSpPr>
          <p:cNvPr id="617" name="テキスト ボックス 616">
            <a:extLst>
              <a:ext uri="{FF2B5EF4-FFF2-40B4-BE49-F238E27FC236}">
                <a16:creationId xmlns:a16="http://schemas.microsoft.com/office/drawing/2014/main" id="{ADA6AA6D-48CF-8C83-AE82-4B8BF879CFC1}"/>
              </a:ext>
            </a:extLst>
          </p:cNvPr>
          <p:cNvSpPr txBox="1"/>
          <p:nvPr/>
        </p:nvSpPr>
        <p:spPr>
          <a:xfrm>
            <a:off x="6084255" y="3870793"/>
            <a:ext cx="3003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True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）：正しく検出した領域</a:t>
            </a:r>
          </a:p>
        </p:txBody>
      </p:sp>
      <p:sp>
        <p:nvSpPr>
          <p:cNvPr id="618" name="テキスト ボックス 617">
            <a:extLst>
              <a:ext uri="{FF2B5EF4-FFF2-40B4-BE49-F238E27FC236}">
                <a16:creationId xmlns:a16="http://schemas.microsoft.com/office/drawing/2014/main" id="{5D34812C-4566-DC13-E76B-EE91F1A94541}"/>
              </a:ext>
            </a:extLst>
          </p:cNvPr>
          <p:cNvSpPr txBox="1"/>
          <p:nvPr/>
        </p:nvSpPr>
        <p:spPr>
          <a:xfrm>
            <a:off x="6084255" y="4217080"/>
            <a:ext cx="2588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）：誤検出領域</a:t>
            </a:r>
          </a:p>
        </p:txBody>
      </p:sp>
      <p:sp>
        <p:nvSpPr>
          <p:cNvPr id="619" name="テキスト ボックス 618">
            <a:extLst>
              <a:ext uri="{FF2B5EF4-FFF2-40B4-BE49-F238E27FC236}">
                <a16:creationId xmlns:a16="http://schemas.microsoft.com/office/drawing/2014/main" id="{4F7EF04E-4F37-16DC-A4DC-9B8EDC8F4885}"/>
              </a:ext>
            </a:extLst>
          </p:cNvPr>
          <p:cNvSpPr txBox="1"/>
          <p:nvPr/>
        </p:nvSpPr>
        <p:spPr>
          <a:xfrm>
            <a:off x="6083301" y="4563367"/>
            <a:ext cx="2701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Negative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FN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）：未検出領域</a:t>
            </a:r>
          </a:p>
        </p:txBody>
      </p:sp>
      <p:sp>
        <p:nvSpPr>
          <p:cNvPr id="621" name="正方形/長方形 620">
            <a:extLst>
              <a:ext uri="{FF2B5EF4-FFF2-40B4-BE49-F238E27FC236}">
                <a16:creationId xmlns:a16="http://schemas.microsoft.com/office/drawing/2014/main" id="{B9171F7D-20AF-FDFA-139D-7DA4E1132C2D}"/>
              </a:ext>
            </a:extLst>
          </p:cNvPr>
          <p:cNvSpPr/>
          <p:nvPr/>
        </p:nvSpPr>
        <p:spPr>
          <a:xfrm>
            <a:off x="2503374" y="3460268"/>
            <a:ext cx="1736468" cy="1383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0" name="正方形/長方形 619">
            <a:extLst>
              <a:ext uri="{FF2B5EF4-FFF2-40B4-BE49-F238E27FC236}">
                <a16:creationId xmlns:a16="http://schemas.microsoft.com/office/drawing/2014/main" id="{ABA75E61-69D5-A209-2711-7FA4165648F8}"/>
              </a:ext>
            </a:extLst>
          </p:cNvPr>
          <p:cNvSpPr/>
          <p:nvPr/>
        </p:nvSpPr>
        <p:spPr>
          <a:xfrm>
            <a:off x="2155754" y="3113193"/>
            <a:ext cx="1736468" cy="138672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2" name="正方形/長方形 621">
            <a:extLst>
              <a:ext uri="{FF2B5EF4-FFF2-40B4-BE49-F238E27FC236}">
                <a16:creationId xmlns:a16="http://schemas.microsoft.com/office/drawing/2014/main" id="{A1C5F8DE-A227-ABB0-9450-226BBA6419B4}"/>
              </a:ext>
            </a:extLst>
          </p:cNvPr>
          <p:cNvSpPr/>
          <p:nvPr/>
        </p:nvSpPr>
        <p:spPr>
          <a:xfrm>
            <a:off x="5617004" y="2720340"/>
            <a:ext cx="345448" cy="3462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3" name="正方形/長方形 622">
            <a:extLst>
              <a:ext uri="{FF2B5EF4-FFF2-40B4-BE49-F238E27FC236}">
                <a16:creationId xmlns:a16="http://schemas.microsoft.com/office/drawing/2014/main" id="{269ABC06-D5BB-F763-A64B-B3C3C1A668EA}"/>
              </a:ext>
            </a:extLst>
          </p:cNvPr>
          <p:cNvSpPr/>
          <p:nvPr/>
        </p:nvSpPr>
        <p:spPr>
          <a:xfrm>
            <a:off x="5617004" y="3107692"/>
            <a:ext cx="345448" cy="34628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4" name="テキスト ボックス 623">
            <a:extLst>
              <a:ext uri="{FF2B5EF4-FFF2-40B4-BE49-F238E27FC236}">
                <a16:creationId xmlns:a16="http://schemas.microsoft.com/office/drawing/2014/main" id="{66F2EB28-AFEB-7C6F-C2E0-B0B0C6767272}"/>
              </a:ext>
            </a:extLst>
          </p:cNvPr>
          <p:cNvSpPr txBox="1"/>
          <p:nvPr/>
        </p:nvSpPr>
        <p:spPr>
          <a:xfrm>
            <a:off x="6083301" y="27553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正解領域</a:t>
            </a:r>
          </a:p>
        </p:txBody>
      </p:sp>
      <p:sp>
        <p:nvSpPr>
          <p:cNvPr id="625" name="テキスト ボックス 624">
            <a:extLst>
              <a:ext uri="{FF2B5EF4-FFF2-40B4-BE49-F238E27FC236}">
                <a16:creationId xmlns:a16="http://schemas.microsoft.com/office/drawing/2014/main" id="{C6C9D989-76E8-2E21-3A02-715324D9E333}"/>
              </a:ext>
            </a:extLst>
          </p:cNvPr>
          <p:cNvSpPr txBox="1"/>
          <p:nvPr/>
        </p:nvSpPr>
        <p:spPr>
          <a:xfrm>
            <a:off x="6083301" y="31447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検出領域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2B618B23-4821-26A7-6ED6-39D3D70FB73C}"/>
                  </a:ext>
                </a:extLst>
              </p:cNvPr>
              <p:cNvSpPr txBox="1"/>
              <p:nvPr/>
            </p:nvSpPr>
            <p:spPr>
              <a:xfrm>
                <a:off x="5522689" y="4970786"/>
                <a:ext cx="1427827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2B618B23-4821-26A7-6ED6-39D3D70FB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689" y="4970786"/>
                <a:ext cx="1427827" cy="348813"/>
              </a:xfrm>
              <a:prstGeom prst="rect">
                <a:avLst/>
              </a:prstGeom>
              <a:blipFill>
                <a:blip r:embed="rId2"/>
                <a:stretch>
                  <a:fillRect l="-2137" t="-1724" r="-1709" b="-13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A1A0C953-9647-98C4-BE84-6205F613E7C6}"/>
                  </a:ext>
                </a:extLst>
              </p:cNvPr>
              <p:cNvSpPr txBox="1"/>
              <p:nvPr/>
            </p:nvSpPr>
            <p:spPr>
              <a:xfrm>
                <a:off x="7110740" y="4977415"/>
                <a:ext cx="1914562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mIoU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クラス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別</m:t>
                          </m:r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latin typeface="Cambria Math" panose="02040503050406030204" pitchFamily="18" charset="0"/>
                            </a:rPr>
                            <m:t>IoU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合計</m:t>
                          </m:r>
                        </m:num>
                        <m:den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全クラス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数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mc:Choice>
        <mc:Fallback xmlns="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A1A0C953-9647-98C4-BE84-6205F613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740" y="4977415"/>
                <a:ext cx="1914562" cy="384657"/>
              </a:xfrm>
              <a:prstGeom prst="rect">
                <a:avLst/>
              </a:prstGeom>
              <a:blipFill>
                <a:blip r:embed="rId3"/>
                <a:stretch>
                  <a:fillRect l="-1270" t="-6349" r="-2540"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13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A8AD-49F5-65BB-52F3-1C464803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159683D-2A09-4A9D-08AB-511AF87F1F36}"/>
              </a:ext>
            </a:extLst>
          </p:cNvPr>
          <p:cNvSpPr/>
          <p:nvPr/>
        </p:nvSpPr>
        <p:spPr>
          <a:xfrm flipH="1">
            <a:off x="176984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C2438D1-BE15-1E01-18F0-2EF01CE62A17}"/>
              </a:ext>
            </a:extLst>
          </p:cNvPr>
          <p:cNvSpPr/>
          <p:nvPr/>
        </p:nvSpPr>
        <p:spPr>
          <a:xfrm flipH="1">
            <a:off x="2116919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AD6D129-5DE7-152F-8249-D30525D4D2A4}"/>
              </a:ext>
            </a:extLst>
          </p:cNvPr>
          <p:cNvSpPr/>
          <p:nvPr/>
        </p:nvSpPr>
        <p:spPr>
          <a:xfrm flipH="1">
            <a:off x="246508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B4604A8-6CCB-2CE7-BA31-09FF6814AA07}"/>
              </a:ext>
            </a:extLst>
          </p:cNvPr>
          <p:cNvSpPr/>
          <p:nvPr/>
        </p:nvSpPr>
        <p:spPr>
          <a:xfrm flipH="1">
            <a:off x="2812159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12BA4DB-0FF0-AC24-0D59-CB6836589BA1}"/>
              </a:ext>
            </a:extLst>
          </p:cNvPr>
          <p:cNvSpPr/>
          <p:nvPr/>
        </p:nvSpPr>
        <p:spPr>
          <a:xfrm flipH="1">
            <a:off x="3159235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AE6A5C0-6C58-1D94-9F2C-AD27E190E4B0}"/>
              </a:ext>
            </a:extLst>
          </p:cNvPr>
          <p:cNvSpPr/>
          <p:nvPr/>
        </p:nvSpPr>
        <p:spPr>
          <a:xfrm flipH="1">
            <a:off x="3506311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55770EF-9F1E-E47E-2DDC-3F24D7085457}"/>
              </a:ext>
            </a:extLst>
          </p:cNvPr>
          <p:cNvSpPr/>
          <p:nvPr/>
        </p:nvSpPr>
        <p:spPr>
          <a:xfrm flipH="1">
            <a:off x="3854475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A0C8B7C-B85E-763B-7B18-3A0CE47A74C1}"/>
              </a:ext>
            </a:extLst>
          </p:cNvPr>
          <p:cNvSpPr/>
          <p:nvPr/>
        </p:nvSpPr>
        <p:spPr>
          <a:xfrm flipH="1">
            <a:off x="4201551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9DAE01-CD0C-25A0-E7D6-3F769E89BF91}"/>
              </a:ext>
            </a:extLst>
          </p:cNvPr>
          <p:cNvSpPr/>
          <p:nvPr/>
        </p:nvSpPr>
        <p:spPr>
          <a:xfrm flipH="1">
            <a:off x="4548627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8" name="正方形/長方形 947">
            <a:extLst>
              <a:ext uri="{FF2B5EF4-FFF2-40B4-BE49-F238E27FC236}">
                <a16:creationId xmlns:a16="http://schemas.microsoft.com/office/drawing/2014/main" id="{C0EB88F8-164A-C586-F2F9-AA6AC424AB4A}"/>
              </a:ext>
            </a:extLst>
          </p:cNvPr>
          <p:cNvSpPr/>
          <p:nvPr/>
        </p:nvSpPr>
        <p:spPr>
          <a:xfrm flipH="1">
            <a:off x="489570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9" name="正方形/長方形 948">
            <a:extLst>
              <a:ext uri="{FF2B5EF4-FFF2-40B4-BE49-F238E27FC236}">
                <a16:creationId xmlns:a16="http://schemas.microsoft.com/office/drawing/2014/main" id="{E70FC31F-C2FA-B797-A590-6BFE6092DFD5}"/>
              </a:ext>
            </a:extLst>
          </p:cNvPr>
          <p:cNvSpPr/>
          <p:nvPr/>
        </p:nvSpPr>
        <p:spPr>
          <a:xfrm flipH="1">
            <a:off x="5243867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5" name="正方形/長方形 954">
            <a:extLst>
              <a:ext uri="{FF2B5EF4-FFF2-40B4-BE49-F238E27FC236}">
                <a16:creationId xmlns:a16="http://schemas.microsoft.com/office/drawing/2014/main" id="{57B98454-C479-4BED-4BB2-C2423F503ACC}"/>
              </a:ext>
            </a:extLst>
          </p:cNvPr>
          <p:cNvSpPr/>
          <p:nvPr/>
        </p:nvSpPr>
        <p:spPr>
          <a:xfrm flipH="1">
            <a:off x="1769843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6" name="正方形/長方形 955">
            <a:extLst>
              <a:ext uri="{FF2B5EF4-FFF2-40B4-BE49-F238E27FC236}">
                <a16:creationId xmlns:a16="http://schemas.microsoft.com/office/drawing/2014/main" id="{4D4AC159-D4F1-38B9-7E04-C9D2700DE4F6}"/>
              </a:ext>
            </a:extLst>
          </p:cNvPr>
          <p:cNvSpPr/>
          <p:nvPr/>
        </p:nvSpPr>
        <p:spPr>
          <a:xfrm flipH="1">
            <a:off x="2116919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7" name="正方形/長方形 956">
            <a:extLst>
              <a:ext uri="{FF2B5EF4-FFF2-40B4-BE49-F238E27FC236}">
                <a16:creationId xmlns:a16="http://schemas.microsoft.com/office/drawing/2014/main" id="{80FB322A-A8DA-FD85-7DDD-D2461E46B3EC}"/>
              </a:ext>
            </a:extLst>
          </p:cNvPr>
          <p:cNvSpPr/>
          <p:nvPr/>
        </p:nvSpPr>
        <p:spPr>
          <a:xfrm flipH="1">
            <a:off x="2465083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8" name="正方形/長方形 957">
            <a:extLst>
              <a:ext uri="{FF2B5EF4-FFF2-40B4-BE49-F238E27FC236}">
                <a16:creationId xmlns:a16="http://schemas.microsoft.com/office/drawing/2014/main" id="{D7982FDB-6D83-7FE3-255D-63188CD14D78}"/>
              </a:ext>
            </a:extLst>
          </p:cNvPr>
          <p:cNvSpPr/>
          <p:nvPr/>
        </p:nvSpPr>
        <p:spPr>
          <a:xfrm flipH="1">
            <a:off x="2812159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9" name="正方形/長方形 958">
            <a:extLst>
              <a:ext uri="{FF2B5EF4-FFF2-40B4-BE49-F238E27FC236}">
                <a16:creationId xmlns:a16="http://schemas.microsoft.com/office/drawing/2014/main" id="{69E78B92-8132-AEAC-948E-5663C60E2255}"/>
              </a:ext>
            </a:extLst>
          </p:cNvPr>
          <p:cNvSpPr/>
          <p:nvPr/>
        </p:nvSpPr>
        <p:spPr>
          <a:xfrm flipH="1">
            <a:off x="3159235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C81F8952-B33B-A9FB-7588-C6DF291CEED5}"/>
              </a:ext>
            </a:extLst>
          </p:cNvPr>
          <p:cNvSpPr/>
          <p:nvPr/>
        </p:nvSpPr>
        <p:spPr>
          <a:xfrm flipH="1">
            <a:off x="3506311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33C2E994-DC10-002C-D573-93EDA3F806B2}"/>
              </a:ext>
            </a:extLst>
          </p:cNvPr>
          <p:cNvSpPr/>
          <p:nvPr/>
        </p:nvSpPr>
        <p:spPr>
          <a:xfrm flipH="1">
            <a:off x="3854475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E4BA38BE-6722-AC10-6A3E-9F7EF5BC0FE4}"/>
              </a:ext>
            </a:extLst>
          </p:cNvPr>
          <p:cNvSpPr/>
          <p:nvPr/>
        </p:nvSpPr>
        <p:spPr>
          <a:xfrm flipH="1">
            <a:off x="4201551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BE7C0787-A1CF-55F7-9949-F50E299A7979}"/>
              </a:ext>
            </a:extLst>
          </p:cNvPr>
          <p:cNvSpPr/>
          <p:nvPr/>
        </p:nvSpPr>
        <p:spPr>
          <a:xfrm flipH="1">
            <a:off x="4548627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051F13D4-F2D5-AED9-5E16-7720F9AE50C3}"/>
              </a:ext>
            </a:extLst>
          </p:cNvPr>
          <p:cNvSpPr/>
          <p:nvPr/>
        </p:nvSpPr>
        <p:spPr>
          <a:xfrm flipH="1">
            <a:off x="4895703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EE45A238-E729-F28A-70C2-61FEB85658CD}"/>
              </a:ext>
            </a:extLst>
          </p:cNvPr>
          <p:cNvSpPr/>
          <p:nvPr/>
        </p:nvSpPr>
        <p:spPr>
          <a:xfrm flipH="1">
            <a:off x="5243867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95AA55C-9334-C155-4E5F-6E9825DF34A8}"/>
              </a:ext>
            </a:extLst>
          </p:cNvPr>
          <p:cNvSpPr/>
          <p:nvPr/>
        </p:nvSpPr>
        <p:spPr>
          <a:xfrm flipH="1">
            <a:off x="1769843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36407884-E8A6-0B42-4FB7-B787EBB5900B}"/>
              </a:ext>
            </a:extLst>
          </p:cNvPr>
          <p:cNvSpPr/>
          <p:nvPr/>
        </p:nvSpPr>
        <p:spPr>
          <a:xfrm flipH="1">
            <a:off x="2116919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4B6F8FBA-32AA-A61B-605D-432B27B4AC5D}"/>
              </a:ext>
            </a:extLst>
          </p:cNvPr>
          <p:cNvSpPr/>
          <p:nvPr/>
        </p:nvSpPr>
        <p:spPr>
          <a:xfrm flipH="1">
            <a:off x="2465083" y="6592950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7D61E86E-87E8-A55D-7751-729E4A527CAA}"/>
              </a:ext>
            </a:extLst>
          </p:cNvPr>
          <p:cNvSpPr/>
          <p:nvPr/>
        </p:nvSpPr>
        <p:spPr>
          <a:xfrm flipH="1">
            <a:off x="2812159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8F4F140E-EAC4-E358-6262-F2E01201D02D}"/>
              </a:ext>
            </a:extLst>
          </p:cNvPr>
          <p:cNvSpPr/>
          <p:nvPr/>
        </p:nvSpPr>
        <p:spPr>
          <a:xfrm flipH="1">
            <a:off x="3159235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A4B8C6CB-A233-E49B-E646-301B5D70CD7B}"/>
              </a:ext>
            </a:extLst>
          </p:cNvPr>
          <p:cNvSpPr/>
          <p:nvPr/>
        </p:nvSpPr>
        <p:spPr>
          <a:xfrm flipH="1">
            <a:off x="3506311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85A93085-B179-0795-E639-299E6BE2FEAA}"/>
              </a:ext>
            </a:extLst>
          </p:cNvPr>
          <p:cNvSpPr/>
          <p:nvPr/>
        </p:nvSpPr>
        <p:spPr>
          <a:xfrm flipH="1">
            <a:off x="3854475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6F405E3C-5CC8-CA5E-09D4-CFCE4F145B09}"/>
              </a:ext>
            </a:extLst>
          </p:cNvPr>
          <p:cNvSpPr/>
          <p:nvPr/>
        </p:nvSpPr>
        <p:spPr>
          <a:xfrm flipH="1">
            <a:off x="4201007" y="659295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23C56543-940D-9708-968E-BD721AA7A8CA}"/>
              </a:ext>
            </a:extLst>
          </p:cNvPr>
          <p:cNvSpPr/>
          <p:nvPr/>
        </p:nvSpPr>
        <p:spPr>
          <a:xfrm flipH="1">
            <a:off x="4548627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8241428D-C4DC-2511-969E-95D6742E4C6C}"/>
              </a:ext>
            </a:extLst>
          </p:cNvPr>
          <p:cNvSpPr/>
          <p:nvPr/>
        </p:nvSpPr>
        <p:spPr>
          <a:xfrm flipH="1">
            <a:off x="4895703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19846984-A16D-87B3-CE1F-7870825ADB26}"/>
              </a:ext>
            </a:extLst>
          </p:cNvPr>
          <p:cNvSpPr/>
          <p:nvPr/>
        </p:nvSpPr>
        <p:spPr>
          <a:xfrm flipH="1">
            <a:off x="5243867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A799AB4E-503F-6A74-A4E7-86AD3104E32E}"/>
              </a:ext>
            </a:extLst>
          </p:cNvPr>
          <p:cNvSpPr/>
          <p:nvPr/>
        </p:nvSpPr>
        <p:spPr>
          <a:xfrm flipH="1">
            <a:off x="1769843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FD5B5787-E00E-56BB-D430-C6FFE332A51B}"/>
              </a:ext>
            </a:extLst>
          </p:cNvPr>
          <p:cNvSpPr/>
          <p:nvPr/>
        </p:nvSpPr>
        <p:spPr>
          <a:xfrm flipH="1">
            <a:off x="2116919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9924885A-4C95-213D-AE29-99374010BCB8}"/>
              </a:ext>
            </a:extLst>
          </p:cNvPr>
          <p:cNvSpPr/>
          <p:nvPr/>
        </p:nvSpPr>
        <p:spPr>
          <a:xfrm flipH="1">
            <a:off x="2465083" y="6939237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9C2328B1-86A8-66B1-AE28-CDF90FD6BD2E}"/>
              </a:ext>
            </a:extLst>
          </p:cNvPr>
          <p:cNvSpPr/>
          <p:nvPr/>
        </p:nvSpPr>
        <p:spPr>
          <a:xfrm flipH="1">
            <a:off x="2812159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F5641B47-1944-6E71-676B-72D4D64B0C4C}"/>
              </a:ext>
            </a:extLst>
          </p:cNvPr>
          <p:cNvSpPr/>
          <p:nvPr/>
        </p:nvSpPr>
        <p:spPr>
          <a:xfrm flipH="1">
            <a:off x="3159235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C62542F5-DE2B-70C1-94F4-700E88A5AFE6}"/>
              </a:ext>
            </a:extLst>
          </p:cNvPr>
          <p:cNvSpPr/>
          <p:nvPr/>
        </p:nvSpPr>
        <p:spPr>
          <a:xfrm flipH="1">
            <a:off x="3506311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5FB0DC83-AEFD-F6F4-26F1-654932753E01}"/>
              </a:ext>
            </a:extLst>
          </p:cNvPr>
          <p:cNvSpPr/>
          <p:nvPr/>
        </p:nvSpPr>
        <p:spPr>
          <a:xfrm flipH="1">
            <a:off x="3854475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E42ABD53-0A1A-E409-B831-0363A49A9BA2}"/>
              </a:ext>
            </a:extLst>
          </p:cNvPr>
          <p:cNvSpPr/>
          <p:nvPr/>
        </p:nvSpPr>
        <p:spPr>
          <a:xfrm flipH="1">
            <a:off x="4201007" y="6939237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D2930B83-44FE-0371-0E4D-6BDEB2F9198F}"/>
              </a:ext>
            </a:extLst>
          </p:cNvPr>
          <p:cNvSpPr/>
          <p:nvPr/>
        </p:nvSpPr>
        <p:spPr>
          <a:xfrm flipH="1">
            <a:off x="4548627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9F040393-1783-44A5-90E4-FDC10D510FC9}"/>
              </a:ext>
            </a:extLst>
          </p:cNvPr>
          <p:cNvSpPr/>
          <p:nvPr/>
        </p:nvSpPr>
        <p:spPr>
          <a:xfrm flipH="1">
            <a:off x="4895703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ADBF25F7-6161-64F3-0DDD-86F44B055ED3}"/>
              </a:ext>
            </a:extLst>
          </p:cNvPr>
          <p:cNvSpPr/>
          <p:nvPr/>
        </p:nvSpPr>
        <p:spPr>
          <a:xfrm flipH="1">
            <a:off x="5243867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F3210F4C-892E-E0B4-DBE1-EB7E3A58D3C1}"/>
              </a:ext>
            </a:extLst>
          </p:cNvPr>
          <p:cNvSpPr/>
          <p:nvPr/>
        </p:nvSpPr>
        <p:spPr>
          <a:xfrm flipH="1">
            <a:off x="1769843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F6AB724B-AACF-F802-6F50-C4FFE952FDF5}"/>
              </a:ext>
            </a:extLst>
          </p:cNvPr>
          <p:cNvSpPr/>
          <p:nvPr/>
        </p:nvSpPr>
        <p:spPr>
          <a:xfrm flipH="1">
            <a:off x="2116919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9A577191-FC1A-9010-134E-EDB7420DDB45}"/>
              </a:ext>
            </a:extLst>
          </p:cNvPr>
          <p:cNvSpPr/>
          <p:nvPr/>
        </p:nvSpPr>
        <p:spPr>
          <a:xfrm flipH="1">
            <a:off x="2465083" y="7285524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CAC9A314-4290-3CAF-174E-DD4DF9982E12}"/>
              </a:ext>
            </a:extLst>
          </p:cNvPr>
          <p:cNvSpPr/>
          <p:nvPr/>
        </p:nvSpPr>
        <p:spPr>
          <a:xfrm flipH="1">
            <a:off x="2812159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528109FF-A70A-C908-2376-D43178399B6A}"/>
              </a:ext>
            </a:extLst>
          </p:cNvPr>
          <p:cNvSpPr/>
          <p:nvPr/>
        </p:nvSpPr>
        <p:spPr>
          <a:xfrm flipH="1">
            <a:off x="3159235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2D8DDEC0-EDDF-6523-2CC3-A8C99658A2A5}"/>
              </a:ext>
            </a:extLst>
          </p:cNvPr>
          <p:cNvSpPr/>
          <p:nvPr/>
        </p:nvSpPr>
        <p:spPr>
          <a:xfrm flipH="1">
            <a:off x="3506311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19F6B5B9-676C-D132-2FBA-288B0DCA28B7}"/>
              </a:ext>
            </a:extLst>
          </p:cNvPr>
          <p:cNvSpPr/>
          <p:nvPr/>
        </p:nvSpPr>
        <p:spPr>
          <a:xfrm flipH="1">
            <a:off x="3854475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6EF18AFB-7BBE-13BC-71D5-106CAAABEE5E}"/>
              </a:ext>
            </a:extLst>
          </p:cNvPr>
          <p:cNvSpPr/>
          <p:nvPr/>
        </p:nvSpPr>
        <p:spPr>
          <a:xfrm flipH="1">
            <a:off x="4201007" y="7285524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F6D0880A-778E-50EE-E160-382D39F3ED82}"/>
              </a:ext>
            </a:extLst>
          </p:cNvPr>
          <p:cNvSpPr/>
          <p:nvPr/>
        </p:nvSpPr>
        <p:spPr>
          <a:xfrm flipH="1">
            <a:off x="4548627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2638DC84-C4B5-6EB1-AB4F-86B0BAF20919}"/>
              </a:ext>
            </a:extLst>
          </p:cNvPr>
          <p:cNvSpPr/>
          <p:nvPr/>
        </p:nvSpPr>
        <p:spPr>
          <a:xfrm flipH="1">
            <a:off x="4895703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00EBADEA-FB0B-98CA-573E-CA5CF143547D}"/>
              </a:ext>
            </a:extLst>
          </p:cNvPr>
          <p:cNvSpPr/>
          <p:nvPr/>
        </p:nvSpPr>
        <p:spPr>
          <a:xfrm flipH="1">
            <a:off x="5243867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9" name="正方形/長方形 418">
            <a:extLst>
              <a:ext uri="{FF2B5EF4-FFF2-40B4-BE49-F238E27FC236}">
                <a16:creationId xmlns:a16="http://schemas.microsoft.com/office/drawing/2014/main" id="{D7CD8FCE-29F5-C4D6-E9CB-9DFEE8A254F2}"/>
              </a:ext>
            </a:extLst>
          </p:cNvPr>
          <p:cNvSpPr/>
          <p:nvPr/>
        </p:nvSpPr>
        <p:spPr>
          <a:xfrm flipH="1">
            <a:off x="176984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22083B58-64E6-5D9C-A460-2E77335EAB7C}"/>
              </a:ext>
            </a:extLst>
          </p:cNvPr>
          <p:cNvSpPr/>
          <p:nvPr/>
        </p:nvSpPr>
        <p:spPr>
          <a:xfrm flipH="1">
            <a:off x="2116919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1B36AF13-0BC2-19EB-3D3E-473F0C1725C3}"/>
              </a:ext>
            </a:extLst>
          </p:cNvPr>
          <p:cNvSpPr/>
          <p:nvPr/>
        </p:nvSpPr>
        <p:spPr>
          <a:xfrm flipH="1">
            <a:off x="246508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2" name="正方形/長方形 421">
            <a:extLst>
              <a:ext uri="{FF2B5EF4-FFF2-40B4-BE49-F238E27FC236}">
                <a16:creationId xmlns:a16="http://schemas.microsoft.com/office/drawing/2014/main" id="{4D00069E-FAFB-E444-1F36-04FFFBCF232E}"/>
              </a:ext>
            </a:extLst>
          </p:cNvPr>
          <p:cNvSpPr/>
          <p:nvPr/>
        </p:nvSpPr>
        <p:spPr>
          <a:xfrm flipH="1">
            <a:off x="2812159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3" name="正方形/長方形 422">
            <a:extLst>
              <a:ext uri="{FF2B5EF4-FFF2-40B4-BE49-F238E27FC236}">
                <a16:creationId xmlns:a16="http://schemas.microsoft.com/office/drawing/2014/main" id="{A25CC0D9-57A1-0436-5BAC-F2C43BD6962B}"/>
              </a:ext>
            </a:extLst>
          </p:cNvPr>
          <p:cNvSpPr/>
          <p:nvPr/>
        </p:nvSpPr>
        <p:spPr>
          <a:xfrm flipH="1">
            <a:off x="3159235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4" name="正方形/長方形 423">
            <a:extLst>
              <a:ext uri="{FF2B5EF4-FFF2-40B4-BE49-F238E27FC236}">
                <a16:creationId xmlns:a16="http://schemas.microsoft.com/office/drawing/2014/main" id="{72B20093-C9D0-9CB4-E4EE-1BCF04CB805E}"/>
              </a:ext>
            </a:extLst>
          </p:cNvPr>
          <p:cNvSpPr/>
          <p:nvPr/>
        </p:nvSpPr>
        <p:spPr>
          <a:xfrm flipH="1">
            <a:off x="3506311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5E2478B9-B646-986E-C0BF-CC8C1CA5EA1B}"/>
              </a:ext>
            </a:extLst>
          </p:cNvPr>
          <p:cNvSpPr/>
          <p:nvPr/>
        </p:nvSpPr>
        <p:spPr>
          <a:xfrm flipH="1">
            <a:off x="3853931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6" name="正方形/長方形 425">
            <a:extLst>
              <a:ext uri="{FF2B5EF4-FFF2-40B4-BE49-F238E27FC236}">
                <a16:creationId xmlns:a16="http://schemas.microsoft.com/office/drawing/2014/main" id="{BF6B179D-7470-A941-F9C0-C1C16AC9AC22}"/>
              </a:ext>
            </a:extLst>
          </p:cNvPr>
          <p:cNvSpPr/>
          <p:nvPr/>
        </p:nvSpPr>
        <p:spPr>
          <a:xfrm flipH="1">
            <a:off x="4201007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7" name="正方形/長方形 426">
            <a:extLst>
              <a:ext uri="{FF2B5EF4-FFF2-40B4-BE49-F238E27FC236}">
                <a16:creationId xmlns:a16="http://schemas.microsoft.com/office/drawing/2014/main" id="{7C804A4D-D7A7-72CA-719B-C2934B20682B}"/>
              </a:ext>
            </a:extLst>
          </p:cNvPr>
          <p:cNvSpPr/>
          <p:nvPr/>
        </p:nvSpPr>
        <p:spPr>
          <a:xfrm flipH="1">
            <a:off x="4548627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8" name="正方形/長方形 427">
            <a:extLst>
              <a:ext uri="{FF2B5EF4-FFF2-40B4-BE49-F238E27FC236}">
                <a16:creationId xmlns:a16="http://schemas.microsoft.com/office/drawing/2014/main" id="{9FFE53D7-C136-BBD5-B687-3F3C2CC5F4DC}"/>
              </a:ext>
            </a:extLst>
          </p:cNvPr>
          <p:cNvSpPr/>
          <p:nvPr/>
        </p:nvSpPr>
        <p:spPr>
          <a:xfrm flipH="1">
            <a:off x="489570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9" name="正方形/長方形 428">
            <a:extLst>
              <a:ext uri="{FF2B5EF4-FFF2-40B4-BE49-F238E27FC236}">
                <a16:creationId xmlns:a16="http://schemas.microsoft.com/office/drawing/2014/main" id="{5A19B120-A780-2CBD-EB06-05CD72F0A838}"/>
              </a:ext>
            </a:extLst>
          </p:cNvPr>
          <p:cNvSpPr/>
          <p:nvPr/>
        </p:nvSpPr>
        <p:spPr>
          <a:xfrm flipH="1">
            <a:off x="5243867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5" name="正方形/長方形 434">
            <a:extLst>
              <a:ext uri="{FF2B5EF4-FFF2-40B4-BE49-F238E27FC236}">
                <a16:creationId xmlns:a16="http://schemas.microsoft.com/office/drawing/2014/main" id="{B3C2177E-8215-C095-1B9C-162C45CF3944}"/>
              </a:ext>
            </a:extLst>
          </p:cNvPr>
          <p:cNvSpPr/>
          <p:nvPr/>
        </p:nvSpPr>
        <p:spPr>
          <a:xfrm flipH="1">
            <a:off x="176984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6" name="正方形/長方形 435">
            <a:extLst>
              <a:ext uri="{FF2B5EF4-FFF2-40B4-BE49-F238E27FC236}">
                <a16:creationId xmlns:a16="http://schemas.microsoft.com/office/drawing/2014/main" id="{410FA75C-015E-27D4-E9F8-29D238292549}"/>
              </a:ext>
            </a:extLst>
          </p:cNvPr>
          <p:cNvSpPr/>
          <p:nvPr/>
        </p:nvSpPr>
        <p:spPr>
          <a:xfrm flipH="1">
            <a:off x="2116919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7" name="正方形/長方形 436">
            <a:extLst>
              <a:ext uri="{FF2B5EF4-FFF2-40B4-BE49-F238E27FC236}">
                <a16:creationId xmlns:a16="http://schemas.microsoft.com/office/drawing/2014/main" id="{D496BF64-5730-7BE0-A444-2E4EB0B1DA9D}"/>
              </a:ext>
            </a:extLst>
          </p:cNvPr>
          <p:cNvSpPr/>
          <p:nvPr/>
        </p:nvSpPr>
        <p:spPr>
          <a:xfrm flipH="1">
            <a:off x="246508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8" name="正方形/長方形 437">
            <a:extLst>
              <a:ext uri="{FF2B5EF4-FFF2-40B4-BE49-F238E27FC236}">
                <a16:creationId xmlns:a16="http://schemas.microsoft.com/office/drawing/2014/main" id="{E0267FA2-53B1-CC3B-0EE3-7AADF433E723}"/>
              </a:ext>
            </a:extLst>
          </p:cNvPr>
          <p:cNvSpPr/>
          <p:nvPr/>
        </p:nvSpPr>
        <p:spPr>
          <a:xfrm flipH="1">
            <a:off x="2812159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9" name="正方形/長方形 438">
            <a:extLst>
              <a:ext uri="{FF2B5EF4-FFF2-40B4-BE49-F238E27FC236}">
                <a16:creationId xmlns:a16="http://schemas.microsoft.com/office/drawing/2014/main" id="{046DAB55-9658-DE7A-C573-57EE4537C40B}"/>
              </a:ext>
            </a:extLst>
          </p:cNvPr>
          <p:cNvSpPr/>
          <p:nvPr/>
        </p:nvSpPr>
        <p:spPr>
          <a:xfrm flipH="1">
            <a:off x="3159235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0" name="正方形/長方形 439">
            <a:extLst>
              <a:ext uri="{FF2B5EF4-FFF2-40B4-BE49-F238E27FC236}">
                <a16:creationId xmlns:a16="http://schemas.microsoft.com/office/drawing/2014/main" id="{E90CD53C-D255-8E94-4760-131F2C8D508B}"/>
              </a:ext>
            </a:extLst>
          </p:cNvPr>
          <p:cNvSpPr/>
          <p:nvPr/>
        </p:nvSpPr>
        <p:spPr>
          <a:xfrm flipH="1">
            <a:off x="3506311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1" name="正方形/長方形 440">
            <a:extLst>
              <a:ext uri="{FF2B5EF4-FFF2-40B4-BE49-F238E27FC236}">
                <a16:creationId xmlns:a16="http://schemas.microsoft.com/office/drawing/2014/main" id="{EDB91E27-2B0B-F39C-DDD8-770E8FE84756}"/>
              </a:ext>
            </a:extLst>
          </p:cNvPr>
          <p:cNvSpPr/>
          <p:nvPr/>
        </p:nvSpPr>
        <p:spPr>
          <a:xfrm flipH="1">
            <a:off x="3854475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2" name="正方形/長方形 441">
            <a:extLst>
              <a:ext uri="{FF2B5EF4-FFF2-40B4-BE49-F238E27FC236}">
                <a16:creationId xmlns:a16="http://schemas.microsoft.com/office/drawing/2014/main" id="{03ADB8C5-19EB-1DB3-122D-A460B4A577EC}"/>
              </a:ext>
            </a:extLst>
          </p:cNvPr>
          <p:cNvSpPr/>
          <p:nvPr/>
        </p:nvSpPr>
        <p:spPr>
          <a:xfrm flipH="1">
            <a:off x="4201551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3" name="正方形/長方形 442">
            <a:extLst>
              <a:ext uri="{FF2B5EF4-FFF2-40B4-BE49-F238E27FC236}">
                <a16:creationId xmlns:a16="http://schemas.microsoft.com/office/drawing/2014/main" id="{D6C42A51-0324-7D47-2968-0782670F5093}"/>
              </a:ext>
            </a:extLst>
          </p:cNvPr>
          <p:cNvSpPr/>
          <p:nvPr/>
        </p:nvSpPr>
        <p:spPr>
          <a:xfrm flipH="1">
            <a:off x="4548627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4" name="正方形/長方形 443">
            <a:extLst>
              <a:ext uri="{FF2B5EF4-FFF2-40B4-BE49-F238E27FC236}">
                <a16:creationId xmlns:a16="http://schemas.microsoft.com/office/drawing/2014/main" id="{BDE448FB-A127-C85E-BB66-74EC2E507D7B}"/>
              </a:ext>
            </a:extLst>
          </p:cNvPr>
          <p:cNvSpPr/>
          <p:nvPr/>
        </p:nvSpPr>
        <p:spPr>
          <a:xfrm flipH="1">
            <a:off x="489570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5" name="正方形/長方形 444">
            <a:extLst>
              <a:ext uri="{FF2B5EF4-FFF2-40B4-BE49-F238E27FC236}">
                <a16:creationId xmlns:a16="http://schemas.microsoft.com/office/drawing/2014/main" id="{81344379-FEFD-3A42-C3AC-540979A74027}"/>
              </a:ext>
            </a:extLst>
          </p:cNvPr>
          <p:cNvSpPr/>
          <p:nvPr/>
        </p:nvSpPr>
        <p:spPr>
          <a:xfrm flipH="1">
            <a:off x="5243867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2" name="正方形/長方形 611">
            <a:extLst>
              <a:ext uri="{FF2B5EF4-FFF2-40B4-BE49-F238E27FC236}">
                <a16:creationId xmlns:a16="http://schemas.microsoft.com/office/drawing/2014/main" id="{1A6F295A-2908-5B2C-7A77-7F5C7D0A6EC8}"/>
              </a:ext>
            </a:extLst>
          </p:cNvPr>
          <p:cNvSpPr/>
          <p:nvPr/>
        </p:nvSpPr>
        <p:spPr>
          <a:xfrm flipH="1">
            <a:off x="5921485" y="662136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3" name="正方形/長方形 612">
            <a:extLst>
              <a:ext uri="{FF2B5EF4-FFF2-40B4-BE49-F238E27FC236}">
                <a16:creationId xmlns:a16="http://schemas.microsoft.com/office/drawing/2014/main" id="{9E93996D-7167-4799-7AB1-D98284014247}"/>
              </a:ext>
            </a:extLst>
          </p:cNvPr>
          <p:cNvSpPr/>
          <p:nvPr/>
        </p:nvSpPr>
        <p:spPr>
          <a:xfrm flipH="1">
            <a:off x="5921485" y="7314724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33E9B146-4603-49F3-9170-C47FC1A2033A}"/>
              </a:ext>
            </a:extLst>
          </p:cNvPr>
          <p:cNvSpPr/>
          <p:nvPr/>
        </p:nvSpPr>
        <p:spPr>
          <a:xfrm flipH="1">
            <a:off x="5921485" y="69684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5" name="正方形/長方形 614">
            <a:extLst>
              <a:ext uri="{FF2B5EF4-FFF2-40B4-BE49-F238E27FC236}">
                <a16:creationId xmlns:a16="http://schemas.microsoft.com/office/drawing/2014/main" id="{0B1CFDB1-5956-7853-B74D-4E0ABBACC630}"/>
              </a:ext>
            </a:extLst>
          </p:cNvPr>
          <p:cNvSpPr/>
          <p:nvPr/>
        </p:nvSpPr>
        <p:spPr>
          <a:xfrm flipH="1">
            <a:off x="5921485" y="7661011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6" name="テキスト ボックス 615">
            <a:extLst>
              <a:ext uri="{FF2B5EF4-FFF2-40B4-BE49-F238E27FC236}">
                <a16:creationId xmlns:a16="http://schemas.microsoft.com/office/drawing/2014/main" id="{1ACEE2A6-0C4D-E489-7078-C2CDE0D56B06}"/>
              </a:ext>
            </a:extLst>
          </p:cNvPr>
          <p:cNvSpPr txBox="1"/>
          <p:nvPr/>
        </p:nvSpPr>
        <p:spPr>
          <a:xfrm>
            <a:off x="6397242" y="665639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背景</a:t>
            </a:r>
          </a:p>
        </p:txBody>
      </p:sp>
      <p:sp>
        <p:nvSpPr>
          <p:cNvPr id="617" name="テキスト ボックス 616">
            <a:extLst>
              <a:ext uri="{FF2B5EF4-FFF2-40B4-BE49-F238E27FC236}">
                <a16:creationId xmlns:a16="http://schemas.microsoft.com/office/drawing/2014/main" id="{129513A3-4807-BC0B-1997-412B9E1D1D0E}"/>
              </a:ext>
            </a:extLst>
          </p:cNvPr>
          <p:cNvSpPr txBox="1"/>
          <p:nvPr/>
        </p:nvSpPr>
        <p:spPr>
          <a:xfrm>
            <a:off x="6391952" y="7003475"/>
            <a:ext cx="3003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True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）：正しく検出した領域</a:t>
            </a:r>
          </a:p>
        </p:txBody>
      </p:sp>
      <p:sp>
        <p:nvSpPr>
          <p:cNvPr id="618" name="テキスト ボックス 617">
            <a:extLst>
              <a:ext uri="{FF2B5EF4-FFF2-40B4-BE49-F238E27FC236}">
                <a16:creationId xmlns:a16="http://schemas.microsoft.com/office/drawing/2014/main" id="{DBF70BAB-C187-9859-C8CC-97F0D45154EB}"/>
              </a:ext>
            </a:extLst>
          </p:cNvPr>
          <p:cNvSpPr txBox="1"/>
          <p:nvPr/>
        </p:nvSpPr>
        <p:spPr>
          <a:xfrm>
            <a:off x="6391952" y="7349762"/>
            <a:ext cx="2588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）：誤検出領域</a:t>
            </a:r>
          </a:p>
        </p:txBody>
      </p:sp>
      <p:sp>
        <p:nvSpPr>
          <p:cNvPr id="619" name="テキスト ボックス 618">
            <a:extLst>
              <a:ext uri="{FF2B5EF4-FFF2-40B4-BE49-F238E27FC236}">
                <a16:creationId xmlns:a16="http://schemas.microsoft.com/office/drawing/2014/main" id="{AA708450-3C7C-26B2-D8C5-803A6990C06F}"/>
              </a:ext>
            </a:extLst>
          </p:cNvPr>
          <p:cNvSpPr txBox="1"/>
          <p:nvPr/>
        </p:nvSpPr>
        <p:spPr>
          <a:xfrm>
            <a:off x="6390998" y="7696049"/>
            <a:ext cx="2701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Negative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FN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）：未検出領域</a:t>
            </a:r>
          </a:p>
        </p:txBody>
      </p:sp>
      <p:sp>
        <p:nvSpPr>
          <p:cNvPr id="621" name="正方形/長方形 620">
            <a:extLst>
              <a:ext uri="{FF2B5EF4-FFF2-40B4-BE49-F238E27FC236}">
                <a16:creationId xmlns:a16="http://schemas.microsoft.com/office/drawing/2014/main" id="{9793A0E5-A95A-3AEC-B77C-D76A00BA774B}"/>
              </a:ext>
            </a:extLst>
          </p:cNvPr>
          <p:cNvSpPr/>
          <p:nvPr/>
        </p:nvSpPr>
        <p:spPr>
          <a:xfrm>
            <a:off x="2811071" y="6592950"/>
            <a:ext cx="1736468" cy="1383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0" name="正方形/長方形 619">
            <a:extLst>
              <a:ext uri="{FF2B5EF4-FFF2-40B4-BE49-F238E27FC236}">
                <a16:creationId xmlns:a16="http://schemas.microsoft.com/office/drawing/2014/main" id="{426BEFC1-8BE1-84A0-8AF8-4753CAE3F3F8}"/>
              </a:ext>
            </a:extLst>
          </p:cNvPr>
          <p:cNvSpPr/>
          <p:nvPr/>
        </p:nvSpPr>
        <p:spPr>
          <a:xfrm>
            <a:off x="2463451" y="6245875"/>
            <a:ext cx="1736468" cy="138672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2" name="正方形/長方形 621">
            <a:extLst>
              <a:ext uri="{FF2B5EF4-FFF2-40B4-BE49-F238E27FC236}">
                <a16:creationId xmlns:a16="http://schemas.microsoft.com/office/drawing/2014/main" id="{A75CC162-EB04-83D2-90FB-618FC7503255}"/>
              </a:ext>
            </a:extLst>
          </p:cNvPr>
          <p:cNvSpPr/>
          <p:nvPr/>
        </p:nvSpPr>
        <p:spPr>
          <a:xfrm>
            <a:off x="5924701" y="5853022"/>
            <a:ext cx="345448" cy="3462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3" name="正方形/長方形 622">
            <a:extLst>
              <a:ext uri="{FF2B5EF4-FFF2-40B4-BE49-F238E27FC236}">
                <a16:creationId xmlns:a16="http://schemas.microsoft.com/office/drawing/2014/main" id="{6D81853D-F637-FDBB-28C4-92EE28D810F6}"/>
              </a:ext>
            </a:extLst>
          </p:cNvPr>
          <p:cNvSpPr/>
          <p:nvPr/>
        </p:nvSpPr>
        <p:spPr>
          <a:xfrm>
            <a:off x="5924701" y="6240374"/>
            <a:ext cx="345448" cy="34628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4" name="テキスト ボックス 623">
            <a:extLst>
              <a:ext uri="{FF2B5EF4-FFF2-40B4-BE49-F238E27FC236}">
                <a16:creationId xmlns:a16="http://schemas.microsoft.com/office/drawing/2014/main" id="{A269D05A-5703-0332-C59B-9A096AAC75C4}"/>
              </a:ext>
            </a:extLst>
          </p:cNvPr>
          <p:cNvSpPr txBox="1"/>
          <p:nvPr/>
        </p:nvSpPr>
        <p:spPr>
          <a:xfrm>
            <a:off x="6390998" y="588806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正解領域</a:t>
            </a:r>
          </a:p>
        </p:txBody>
      </p:sp>
      <p:sp>
        <p:nvSpPr>
          <p:cNvPr id="625" name="テキスト ボックス 624">
            <a:extLst>
              <a:ext uri="{FF2B5EF4-FFF2-40B4-BE49-F238E27FC236}">
                <a16:creationId xmlns:a16="http://schemas.microsoft.com/office/drawing/2014/main" id="{E34AD626-2C99-59D8-D05F-BFDA43F51A16}"/>
              </a:ext>
            </a:extLst>
          </p:cNvPr>
          <p:cNvSpPr txBox="1"/>
          <p:nvPr/>
        </p:nvSpPr>
        <p:spPr>
          <a:xfrm>
            <a:off x="6390998" y="627745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検出領域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68331C9F-BE8C-8D20-94CD-9D892D582F57}"/>
                  </a:ext>
                </a:extLst>
              </p:cNvPr>
              <p:cNvSpPr txBox="1"/>
              <p:nvPr/>
            </p:nvSpPr>
            <p:spPr>
              <a:xfrm>
                <a:off x="5830386" y="8103468"/>
                <a:ext cx="1427827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68331C9F-BE8C-8D20-94CD-9D892D582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386" y="8103468"/>
                <a:ext cx="1427827" cy="348813"/>
              </a:xfrm>
              <a:prstGeom prst="rect">
                <a:avLst/>
              </a:prstGeom>
              <a:blipFill>
                <a:blip r:embed="rId2"/>
                <a:stretch>
                  <a:fillRect l="-2128" t="-1724" r="-1277" b="-13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B22950F5-C745-D209-661C-FBDFDDA797E4}"/>
                  </a:ext>
                </a:extLst>
              </p:cNvPr>
              <p:cNvSpPr txBox="1"/>
              <p:nvPr/>
            </p:nvSpPr>
            <p:spPr>
              <a:xfrm>
                <a:off x="7418437" y="8110097"/>
                <a:ext cx="1914562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mIoU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クラス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別</m:t>
                          </m:r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latin typeface="Cambria Math" panose="02040503050406030204" pitchFamily="18" charset="0"/>
                            </a:rPr>
                            <m:t>IoU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合計</m:t>
                          </m:r>
                        </m:num>
                        <m:den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全クラス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数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mc:Choice>
        <mc:Fallback xmlns="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B22950F5-C745-D209-661C-FBDFDDA7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437" y="8110097"/>
                <a:ext cx="1914562" cy="384657"/>
              </a:xfrm>
              <a:prstGeom prst="rect">
                <a:avLst/>
              </a:prstGeom>
              <a:blipFill>
                <a:blip r:embed="rId3"/>
                <a:stretch>
                  <a:fillRect l="-1274" t="-4762" r="-2548" b="-206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1D28BD-33FD-026C-45F7-A54AF3F5EE8C}"/>
              </a:ext>
            </a:extLst>
          </p:cNvPr>
          <p:cNvSpPr/>
          <p:nvPr/>
        </p:nvSpPr>
        <p:spPr>
          <a:xfrm>
            <a:off x="1231526" y="628282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C3D610-2FF7-38FA-FAC5-5F47B2431A7F}"/>
              </a:ext>
            </a:extLst>
          </p:cNvPr>
          <p:cNvSpPr/>
          <p:nvPr/>
        </p:nvSpPr>
        <p:spPr>
          <a:xfrm>
            <a:off x="3401814" y="653681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0D6268-83D4-4AF3-654E-2E02E5ACF9FA}"/>
              </a:ext>
            </a:extLst>
          </p:cNvPr>
          <p:cNvSpPr/>
          <p:nvPr/>
        </p:nvSpPr>
        <p:spPr>
          <a:xfrm>
            <a:off x="5653947" y="674848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E86B07-41CC-A26F-1913-05CE19602DE1}"/>
              </a:ext>
            </a:extLst>
          </p:cNvPr>
          <p:cNvSpPr/>
          <p:nvPr/>
        </p:nvSpPr>
        <p:spPr>
          <a:xfrm>
            <a:off x="6040594" y="336241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2D07497-3F1B-F25A-63D8-CB468132FD4C}"/>
              </a:ext>
            </a:extLst>
          </p:cNvPr>
          <p:cNvSpPr/>
          <p:nvPr/>
        </p:nvSpPr>
        <p:spPr>
          <a:xfrm>
            <a:off x="8105049" y="683314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5688586-82BA-D26E-1BBA-424A831E329A}"/>
              </a:ext>
            </a:extLst>
          </p:cNvPr>
          <p:cNvSpPr/>
          <p:nvPr/>
        </p:nvSpPr>
        <p:spPr>
          <a:xfrm>
            <a:off x="8779566" y="215109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72DFC6-784B-3AB3-953F-FAC326C6C98D}"/>
              </a:ext>
            </a:extLst>
          </p:cNvPr>
          <p:cNvSpPr/>
          <p:nvPr/>
        </p:nvSpPr>
        <p:spPr>
          <a:xfrm>
            <a:off x="3593804" y="503148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C014EDF-EFA6-CF35-08EF-C71621DA87FC}"/>
              </a:ext>
            </a:extLst>
          </p:cNvPr>
          <p:cNvSpPr/>
          <p:nvPr/>
        </p:nvSpPr>
        <p:spPr>
          <a:xfrm>
            <a:off x="1289651" y="582565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C826A6-310F-6BE7-898C-E096AC5127D3}"/>
              </a:ext>
            </a:extLst>
          </p:cNvPr>
          <p:cNvSpPr txBox="1"/>
          <p:nvPr/>
        </p:nvSpPr>
        <p:spPr>
          <a:xfrm>
            <a:off x="1697127" y="1135403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=0.92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09629C-EF47-36BE-6E3B-3192A96E54CB}"/>
              </a:ext>
            </a:extLst>
          </p:cNvPr>
          <p:cNvSpPr txBox="1"/>
          <p:nvPr/>
        </p:nvSpPr>
        <p:spPr>
          <a:xfrm>
            <a:off x="3925037" y="108998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=0.78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39897DF-2DBF-6657-9DCA-E34135789FFF}"/>
              </a:ext>
            </a:extLst>
          </p:cNvPr>
          <p:cNvSpPr txBox="1"/>
          <p:nvPr/>
        </p:nvSpPr>
        <p:spPr>
          <a:xfrm>
            <a:off x="6289034" y="1004978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=0.59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E65DF4-8345-2C75-8355-F76FD8484C64}"/>
              </a:ext>
            </a:extLst>
          </p:cNvPr>
          <p:cNvSpPr txBox="1"/>
          <p:nvPr/>
        </p:nvSpPr>
        <p:spPr>
          <a:xfrm>
            <a:off x="8867136" y="95418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=0.38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70BB35-86E0-98D3-F0D5-48C583FD3D42}"/>
              </a:ext>
            </a:extLst>
          </p:cNvPr>
          <p:cNvSpPr txBox="1"/>
          <p:nvPr/>
        </p:nvSpPr>
        <p:spPr>
          <a:xfrm>
            <a:off x="1769843" y="280419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EABB730-1B5F-6065-775B-D46DC2B4E528}"/>
              </a:ext>
            </a:extLst>
          </p:cNvPr>
          <p:cNvSpPr txBox="1"/>
          <p:nvPr/>
        </p:nvSpPr>
        <p:spPr>
          <a:xfrm>
            <a:off x="4206205" y="204219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23DCABB-185C-F145-7DAB-2D3753C7FEFA}"/>
              </a:ext>
            </a:extLst>
          </p:cNvPr>
          <p:cNvSpPr txBox="1"/>
          <p:nvPr/>
        </p:nvSpPr>
        <p:spPr>
          <a:xfrm>
            <a:off x="6619176" y="37631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0CAAA00-EEA0-9F49-5F52-C2FE2B2A98DF}"/>
              </a:ext>
            </a:extLst>
          </p:cNvPr>
          <p:cNvSpPr txBox="1"/>
          <p:nvPr/>
        </p:nvSpPr>
        <p:spPr>
          <a:xfrm>
            <a:off x="9379312" y="-59736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7140D2C-C861-0E1D-0DA7-D02F314E4E92}"/>
              </a:ext>
            </a:extLst>
          </p:cNvPr>
          <p:cNvSpPr/>
          <p:nvPr/>
        </p:nvSpPr>
        <p:spPr>
          <a:xfrm>
            <a:off x="1218826" y="3287319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8" name="正方形/長方形 927">
            <a:extLst>
              <a:ext uri="{FF2B5EF4-FFF2-40B4-BE49-F238E27FC236}">
                <a16:creationId xmlns:a16="http://schemas.microsoft.com/office/drawing/2014/main" id="{3B86CEB5-6544-F5C4-3B5A-C56DF0BED3E7}"/>
              </a:ext>
            </a:extLst>
          </p:cNvPr>
          <p:cNvSpPr/>
          <p:nvPr/>
        </p:nvSpPr>
        <p:spPr>
          <a:xfrm>
            <a:off x="3389114" y="3312718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9" name="正方形/長方形 928">
            <a:extLst>
              <a:ext uri="{FF2B5EF4-FFF2-40B4-BE49-F238E27FC236}">
                <a16:creationId xmlns:a16="http://schemas.microsoft.com/office/drawing/2014/main" id="{A790331D-D5C3-E31D-BBFA-13907DB1BAC0}"/>
              </a:ext>
            </a:extLst>
          </p:cNvPr>
          <p:cNvSpPr/>
          <p:nvPr/>
        </p:nvSpPr>
        <p:spPr>
          <a:xfrm>
            <a:off x="5641247" y="3333885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0" name="正方形/長方形 929">
            <a:extLst>
              <a:ext uri="{FF2B5EF4-FFF2-40B4-BE49-F238E27FC236}">
                <a16:creationId xmlns:a16="http://schemas.microsoft.com/office/drawing/2014/main" id="{70892809-EA9F-5D0B-017E-99D02DAEE0F7}"/>
              </a:ext>
            </a:extLst>
          </p:cNvPr>
          <p:cNvSpPr/>
          <p:nvPr/>
        </p:nvSpPr>
        <p:spPr>
          <a:xfrm>
            <a:off x="6027894" y="2995278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1" name="正方形/長方形 930">
            <a:extLst>
              <a:ext uri="{FF2B5EF4-FFF2-40B4-BE49-F238E27FC236}">
                <a16:creationId xmlns:a16="http://schemas.microsoft.com/office/drawing/2014/main" id="{8825DD3B-058D-EEBB-46FE-DCD8E325342B}"/>
              </a:ext>
            </a:extLst>
          </p:cNvPr>
          <p:cNvSpPr/>
          <p:nvPr/>
        </p:nvSpPr>
        <p:spPr>
          <a:xfrm>
            <a:off x="8092349" y="3342351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2" name="正方形/長方形 931">
            <a:extLst>
              <a:ext uri="{FF2B5EF4-FFF2-40B4-BE49-F238E27FC236}">
                <a16:creationId xmlns:a16="http://schemas.microsoft.com/office/drawing/2014/main" id="{883C02BC-F170-2989-4C38-73394E13EAA0}"/>
              </a:ext>
            </a:extLst>
          </p:cNvPr>
          <p:cNvSpPr/>
          <p:nvPr/>
        </p:nvSpPr>
        <p:spPr>
          <a:xfrm>
            <a:off x="8766866" y="2874146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3" name="正方形/長方形 932">
            <a:extLst>
              <a:ext uri="{FF2B5EF4-FFF2-40B4-BE49-F238E27FC236}">
                <a16:creationId xmlns:a16="http://schemas.microsoft.com/office/drawing/2014/main" id="{20D1164E-5CB0-3053-5C8E-A65DF30C26C3}"/>
              </a:ext>
            </a:extLst>
          </p:cNvPr>
          <p:cNvSpPr/>
          <p:nvPr/>
        </p:nvSpPr>
        <p:spPr>
          <a:xfrm>
            <a:off x="3581104" y="3162185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4" name="正方形/長方形 933">
            <a:extLst>
              <a:ext uri="{FF2B5EF4-FFF2-40B4-BE49-F238E27FC236}">
                <a16:creationId xmlns:a16="http://schemas.microsoft.com/office/drawing/2014/main" id="{8062F22D-D5BE-ACED-C6A9-BAFC9EE769A3}"/>
              </a:ext>
            </a:extLst>
          </p:cNvPr>
          <p:cNvSpPr/>
          <p:nvPr/>
        </p:nvSpPr>
        <p:spPr>
          <a:xfrm>
            <a:off x="1276951" y="3241602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5" name="テキスト ボックス 934">
            <a:extLst>
              <a:ext uri="{FF2B5EF4-FFF2-40B4-BE49-F238E27FC236}">
                <a16:creationId xmlns:a16="http://schemas.microsoft.com/office/drawing/2014/main" id="{C97E77A1-52D9-FE92-888F-4016854CAA4E}"/>
              </a:ext>
            </a:extLst>
          </p:cNvPr>
          <p:cNvSpPr txBox="1"/>
          <p:nvPr/>
        </p:nvSpPr>
        <p:spPr>
          <a:xfrm>
            <a:off x="1684427" y="379444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=0.92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6" name="テキスト ボックス 935">
            <a:extLst>
              <a:ext uri="{FF2B5EF4-FFF2-40B4-BE49-F238E27FC236}">
                <a16:creationId xmlns:a16="http://schemas.microsoft.com/office/drawing/2014/main" id="{1CA21EA3-5A6D-8916-F6C3-D64CC30D153A}"/>
              </a:ext>
            </a:extLst>
          </p:cNvPr>
          <p:cNvSpPr txBox="1"/>
          <p:nvPr/>
        </p:nvSpPr>
        <p:spPr>
          <a:xfrm>
            <a:off x="3912337" y="3749017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=0.78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7" name="テキスト ボックス 936">
            <a:extLst>
              <a:ext uri="{FF2B5EF4-FFF2-40B4-BE49-F238E27FC236}">
                <a16:creationId xmlns:a16="http://schemas.microsoft.com/office/drawing/2014/main" id="{5A9FFB71-5C04-60AE-AF4F-147FEF7C1150}"/>
              </a:ext>
            </a:extLst>
          </p:cNvPr>
          <p:cNvSpPr txBox="1"/>
          <p:nvPr/>
        </p:nvSpPr>
        <p:spPr>
          <a:xfrm>
            <a:off x="6276334" y="3664015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=0.59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8" name="テキスト ボックス 937">
            <a:extLst>
              <a:ext uri="{FF2B5EF4-FFF2-40B4-BE49-F238E27FC236}">
                <a16:creationId xmlns:a16="http://schemas.microsoft.com/office/drawing/2014/main" id="{B6ECBE39-8605-997D-474B-C7DC870B8673}"/>
              </a:ext>
            </a:extLst>
          </p:cNvPr>
          <p:cNvSpPr txBox="1"/>
          <p:nvPr/>
        </p:nvSpPr>
        <p:spPr>
          <a:xfrm>
            <a:off x="8854436" y="3613217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=0.38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9" name="テキスト ボックス 938">
            <a:extLst>
              <a:ext uri="{FF2B5EF4-FFF2-40B4-BE49-F238E27FC236}">
                <a16:creationId xmlns:a16="http://schemas.microsoft.com/office/drawing/2014/main" id="{8007EE72-D773-D779-76B5-D448D4D9B0DA}"/>
              </a:ext>
            </a:extLst>
          </p:cNvPr>
          <p:cNvSpPr txBox="1"/>
          <p:nvPr/>
        </p:nvSpPr>
        <p:spPr>
          <a:xfrm>
            <a:off x="1757143" y="2939456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0" name="テキスト ボックス 939">
            <a:extLst>
              <a:ext uri="{FF2B5EF4-FFF2-40B4-BE49-F238E27FC236}">
                <a16:creationId xmlns:a16="http://schemas.microsoft.com/office/drawing/2014/main" id="{939D7B8D-2C8A-AC18-8698-721EE990591E}"/>
              </a:ext>
            </a:extLst>
          </p:cNvPr>
          <p:cNvSpPr txBox="1"/>
          <p:nvPr/>
        </p:nvSpPr>
        <p:spPr>
          <a:xfrm>
            <a:off x="4193505" y="2863256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1" name="テキスト ボックス 940">
            <a:extLst>
              <a:ext uri="{FF2B5EF4-FFF2-40B4-BE49-F238E27FC236}">
                <a16:creationId xmlns:a16="http://schemas.microsoft.com/office/drawing/2014/main" id="{41B7592A-3564-E49F-21CC-7A6D047D734D}"/>
              </a:ext>
            </a:extLst>
          </p:cNvPr>
          <p:cNvSpPr txBox="1"/>
          <p:nvPr/>
        </p:nvSpPr>
        <p:spPr>
          <a:xfrm>
            <a:off x="6606476" y="2696668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2" name="テキスト ボックス 941">
            <a:extLst>
              <a:ext uri="{FF2B5EF4-FFF2-40B4-BE49-F238E27FC236}">
                <a16:creationId xmlns:a16="http://schemas.microsoft.com/office/drawing/2014/main" id="{E6777506-70E7-81CB-68D9-AEFF6C83C868}"/>
              </a:ext>
            </a:extLst>
          </p:cNvPr>
          <p:cNvSpPr txBox="1"/>
          <p:nvPr/>
        </p:nvSpPr>
        <p:spPr>
          <a:xfrm>
            <a:off x="9366612" y="2586601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92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16595</TotalTime>
  <Words>347</Words>
  <Application>Microsoft Office PowerPoint</Application>
  <PresentationFormat>ワイド画面</PresentationFormat>
  <Paragraphs>247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 UI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弘憲 古川</cp:lastModifiedBy>
  <cp:revision>342</cp:revision>
  <dcterms:created xsi:type="dcterms:W3CDTF">2026-08-22T06:03:42Z</dcterms:created>
  <dcterms:modified xsi:type="dcterms:W3CDTF">2026-10-25T23:27:08Z</dcterms:modified>
</cp:coreProperties>
</file>
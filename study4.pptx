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28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A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74658C-D2FC-46D6-90FF-5996AF94709B}" v="1136" dt="2026-08-23T04:54:03.967"/>
    <p1510:client id="{D11CC9C9-BA52-45EF-87F3-DB01B4F86D35}" v="149" dt="2026-08-23T19:29:55.9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12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2026/10/27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2026/10/27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2026/10/27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2026/10/27</a:t>
            </a:fld>
            <a:endParaRPr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2026/10/27</a:t>
            </a:fld>
            <a:endParaRPr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2026/10/27</a:t>
            </a:fld>
            <a:endParaRPr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2026/10/27</a:t>
            </a:fld>
            <a:endParaRPr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2026/10/27</a:t>
            </a:fld>
            <a:endParaRPr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2026/10/27</a:t>
            </a:fld>
            <a:endParaRPr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2026/10/27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2026/10/27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lang="ja-JP" altLang="en-US" smtClean="0"/>
              <a:t>2026/10/27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DA1FFA8-6B89-C618-D793-2DC49F9F08C7}"/>
              </a:ext>
            </a:extLst>
          </p:cNvPr>
          <p:cNvSpPr/>
          <p:nvPr/>
        </p:nvSpPr>
        <p:spPr>
          <a:xfrm>
            <a:off x="1930968" y="59466"/>
            <a:ext cx="1147948" cy="8431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F7B1D30-3D36-9788-6D83-3524E8265D0F}"/>
              </a:ext>
            </a:extLst>
          </p:cNvPr>
          <p:cNvSpPr/>
          <p:nvPr/>
        </p:nvSpPr>
        <p:spPr>
          <a:xfrm>
            <a:off x="1818651" y="171684"/>
            <a:ext cx="1147948" cy="8431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9EC7FE1-6FBF-33BE-C6F3-F1BA7ADC3E32}"/>
              </a:ext>
            </a:extLst>
          </p:cNvPr>
          <p:cNvSpPr/>
          <p:nvPr/>
        </p:nvSpPr>
        <p:spPr>
          <a:xfrm>
            <a:off x="1698900" y="298608"/>
            <a:ext cx="1147948" cy="8431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3102627-FF1C-4EA2-B2AE-AC52BCE16ED7}"/>
              </a:ext>
            </a:extLst>
          </p:cNvPr>
          <p:cNvSpPr/>
          <p:nvPr/>
        </p:nvSpPr>
        <p:spPr>
          <a:xfrm>
            <a:off x="1586583" y="410826"/>
            <a:ext cx="1147948" cy="8431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7B8A1FA-2918-717B-FAC7-73912FC03F4D}"/>
              </a:ext>
            </a:extLst>
          </p:cNvPr>
          <p:cNvSpPr/>
          <p:nvPr/>
        </p:nvSpPr>
        <p:spPr>
          <a:xfrm>
            <a:off x="9448801" y="2604655"/>
            <a:ext cx="1927759" cy="9579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7C64021-2546-203B-DEA2-2BAA5DAE3799}"/>
              </a:ext>
            </a:extLst>
          </p:cNvPr>
          <p:cNvSpPr txBox="1"/>
          <p:nvPr/>
        </p:nvSpPr>
        <p:spPr>
          <a:xfrm>
            <a:off x="9575470" y="2762991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AI</a:t>
            </a:r>
            <a:r>
              <a:rPr kumimoji="1" lang="ja-JP" altLang="en-US" dirty="0"/>
              <a:t>モデル出力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2E95DAF-D402-966B-E233-F768EFBDA1D4}"/>
              </a:ext>
            </a:extLst>
          </p:cNvPr>
          <p:cNvSpPr/>
          <p:nvPr/>
        </p:nvSpPr>
        <p:spPr>
          <a:xfrm>
            <a:off x="9448801" y="3815938"/>
            <a:ext cx="1927759" cy="9579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6054441-78F1-4542-3549-AB80372D4FB8}"/>
              </a:ext>
            </a:extLst>
          </p:cNvPr>
          <p:cNvSpPr txBox="1"/>
          <p:nvPr/>
        </p:nvSpPr>
        <p:spPr>
          <a:xfrm>
            <a:off x="9678389" y="3974274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AI</a:t>
            </a:r>
            <a:r>
              <a:rPr kumimoji="1" lang="ja-JP" altLang="en-US" dirty="0"/>
              <a:t>モデル出力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8171F42-00D8-3A35-C6C7-B84B0E0E1E8C}"/>
              </a:ext>
            </a:extLst>
          </p:cNvPr>
          <p:cNvSpPr/>
          <p:nvPr/>
        </p:nvSpPr>
        <p:spPr>
          <a:xfrm>
            <a:off x="9448800" y="5027221"/>
            <a:ext cx="1927759" cy="9579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81F0636-9FC2-490E-CBF5-DFA5ECFE1117}"/>
              </a:ext>
            </a:extLst>
          </p:cNvPr>
          <p:cNvSpPr txBox="1"/>
          <p:nvPr/>
        </p:nvSpPr>
        <p:spPr>
          <a:xfrm>
            <a:off x="7172696" y="2810493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AI</a:t>
            </a:r>
            <a:r>
              <a:rPr kumimoji="1" lang="ja-JP" altLang="en-US" dirty="0"/>
              <a:t>モデル出力</a:t>
            </a:r>
            <a:endParaRPr kumimoji="1" lang="en-US" altLang="ja-JP" dirty="0"/>
          </a:p>
          <a:p>
            <a:r>
              <a:rPr kumimoji="1" lang="en-US" altLang="ja-JP" dirty="0"/>
              <a:t>(8400, 85)</a:t>
            </a:r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3568D2E-B60F-9E74-254C-9439D3856683}"/>
              </a:ext>
            </a:extLst>
          </p:cNvPr>
          <p:cNvSpPr/>
          <p:nvPr/>
        </p:nvSpPr>
        <p:spPr>
          <a:xfrm>
            <a:off x="1124926" y="945814"/>
            <a:ext cx="1147948" cy="8431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B9BD056-001D-1EB9-91AF-5F817389EF08}"/>
              </a:ext>
            </a:extLst>
          </p:cNvPr>
          <p:cNvSpPr/>
          <p:nvPr/>
        </p:nvSpPr>
        <p:spPr>
          <a:xfrm>
            <a:off x="1012609" y="1058032"/>
            <a:ext cx="1147948" cy="8431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2611643-9F38-3CFA-BCEF-4335203A8DD0}"/>
              </a:ext>
            </a:extLst>
          </p:cNvPr>
          <p:cNvSpPr/>
          <p:nvPr/>
        </p:nvSpPr>
        <p:spPr>
          <a:xfrm>
            <a:off x="900292" y="1170250"/>
            <a:ext cx="1147948" cy="8431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CDE50D0-F07B-6640-F747-A5A333500D50}"/>
              </a:ext>
            </a:extLst>
          </p:cNvPr>
          <p:cNvSpPr/>
          <p:nvPr/>
        </p:nvSpPr>
        <p:spPr>
          <a:xfrm>
            <a:off x="783020" y="1283664"/>
            <a:ext cx="1147948" cy="8431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4EBD4EB-FD7D-0354-6E5F-B79CABEDAB7A}"/>
              </a:ext>
            </a:extLst>
          </p:cNvPr>
          <p:cNvSpPr/>
          <p:nvPr/>
        </p:nvSpPr>
        <p:spPr>
          <a:xfrm>
            <a:off x="670703" y="1395882"/>
            <a:ext cx="1147948" cy="8431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912308C-98EB-788F-CD4C-ED31CB9FADEE}"/>
              </a:ext>
            </a:extLst>
          </p:cNvPr>
          <p:cNvSpPr txBox="1"/>
          <p:nvPr/>
        </p:nvSpPr>
        <p:spPr>
          <a:xfrm rot="18858189">
            <a:off x="2239244" y="1371884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00" dirty="0"/>
              <a:t>・・・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69BFF11-EEA5-E7DB-F5E6-15BDEE7D4A5A}"/>
              </a:ext>
            </a:extLst>
          </p:cNvPr>
          <p:cNvSpPr txBox="1"/>
          <p:nvPr/>
        </p:nvSpPr>
        <p:spPr>
          <a:xfrm rot="18858189">
            <a:off x="1130456" y="642154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00" dirty="0"/>
              <a:t>・・・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7BB2DA1-3029-2E9F-8608-C475B83C1CA0}"/>
              </a:ext>
            </a:extLst>
          </p:cNvPr>
          <p:cNvSpPr/>
          <p:nvPr/>
        </p:nvSpPr>
        <p:spPr>
          <a:xfrm>
            <a:off x="1663479" y="2418504"/>
            <a:ext cx="1147948" cy="8431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F206D02-E61F-5D85-119D-FCB9205E0032}"/>
              </a:ext>
            </a:extLst>
          </p:cNvPr>
          <p:cNvSpPr/>
          <p:nvPr/>
        </p:nvSpPr>
        <p:spPr>
          <a:xfrm>
            <a:off x="1420635" y="2679205"/>
            <a:ext cx="1147948" cy="8431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AD2D493B-5789-C859-5DF5-58BC645AA2E3}"/>
              </a:ext>
            </a:extLst>
          </p:cNvPr>
          <p:cNvSpPr/>
          <p:nvPr/>
        </p:nvSpPr>
        <p:spPr>
          <a:xfrm>
            <a:off x="1189455" y="2913405"/>
            <a:ext cx="1147948" cy="8431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67C9FEC6-34BD-0F5E-4D00-689FA5D8E4E2}"/>
              </a:ext>
            </a:extLst>
          </p:cNvPr>
          <p:cNvSpPr/>
          <p:nvPr/>
        </p:nvSpPr>
        <p:spPr>
          <a:xfrm>
            <a:off x="989555" y="3185321"/>
            <a:ext cx="1147948" cy="8431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FA15682-C237-67FF-447E-6B9A7422773B}"/>
              </a:ext>
            </a:extLst>
          </p:cNvPr>
          <p:cNvSpPr/>
          <p:nvPr/>
        </p:nvSpPr>
        <p:spPr>
          <a:xfrm>
            <a:off x="1402371" y="4328255"/>
            <a:ext cx="1147948" cy="8431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D1711EC-4C97-59A8-BEB6-DC1651951D7C}"/>
              </a:ext>
            </a:extLst>
          </p:cNvPr>
          <p:cNvSpPr txBox="1"/>
          <p:nvPr/>
        </p:nvSpPr>
        <p:spPr>
          <a:xfrm>
            <a:off x="946611" y="3398097"/>
            <a:ext cx="1187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検出枠の位置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(H*W*4)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右中かっこ 29">
            <a:extLst>
              <a:ext uri="{FF2B5EF4-FFF2-40B4-BE49-F238E27FC236}">
                <a16:creationId xmlns:a16="http://schemas.microsoft.com/office/drawing/2014/main" id="{4A7F7B78-2EBE-5112-69A2-5DF162BF3F13}"/>
              </a:ext>
            </a:extLst>
          </p:cNvPr>
          <p:cNvSpPr/>
          <p:nvPr/>
        </p:nvSpPr>
        <p:spPr>
          <a:xfrm rot="2636389">
            <a:off x="2489108" y="718084"/>
            <a:ext cx="142504" cy="1853728"/>
          </a:xfrm>
          <a:prstGeom prst="rightBrac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1EDB8F2C-2EC0-9058-2B61-DD5892758393}"/>
              </a:ext>
            </a:extLst>
          </p:cNvPr>
          <p:cNvSpPr txBox="1"/>
          <p:nvPr/>
        </p:nvSpPr>
        <p:spPr>
          <a:xfrm>
            <a:off x="2504942" y="1677094"/>
            <a:ext cx="6687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クラス数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9BB523E6-9556-FC4E-EDDB-7450F7C733FB}"/>
              </a:ext>
            </a:extLst>
          </p:cNvPr>
          <p:cNvSpPr txBox="1"/>
          <p:nvPr/>
        </p:nvSpPr>
        <p:spPr>
          <a:xfrm>
            <a:off x="1256649" y="4533030"/>
            <a:ext cx="1439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物体らしさ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(H*W*1)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E0D9DB5A-FACC-AA9B-7C0F-9159BA3B84FF}"/>
              </a:ext>
            </a:extLst>
          </p:cNvPr>
          <p:cNvSpPr txBox="1"/>
          <p:nvPr/>
        </p:nvSpPr>
        <p:spPr>
          <a:xfrm>
            <a:off x="573426" y="1605710"/>
            <a:ext cx="1336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検出クラスの尤度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(H*W*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クラス数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0CBAC27-A4B4-12AB-FDB2-F574CDC65134}"/>
              </a:ext>
            </a:extLst>
          </p:cNvPr>
          <p:cNvSpPr txBox="1"/>
          <p:nvPr/>
        </p:nvSpPr>
        <p:spPr>
          <a:xfrm>
            <a:off x="2015882" y="3794269"/>
            <a:ext cx="1187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中心の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x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座標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E60DFDFD-501E-1564-C740-C7D3780EF661}"/>
              </a:ext>
            </a:extLst>
          </p:cNvPr>
          <p:cNvSpPr txBox="1"/>
          <p:nvPr/>
        </p:nvSpPr>
        <p:spPr>
          <a:xfrm>
            <a:off x="2204405" y="3537282"/>
            <a:ext cx="1187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中心の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y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座標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DA6B5BA-3BF5-5097-A85F-98319A1983D8}"/>
              </a:ext>
            </a:extLst>
          </p:cNvPr>
          <p:cNvSpPr txBox="1"/>
          <p:nvPr/>
        </p:nvSpPr>
        <p:spPr>
          <a:xfrm>
            <a:off x="2491368" y="3299368"/>
            <a:ext cx="1187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検出枠の横幅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5EE5980E-E3A4-476E-E2ED-E1F7C8C41F84}"/>
              </a:ext>
            </a:extLst>
          </p:cNvPr>
          <p:cNvSpPr txBox="1"/>
          <p:nvPr/>
        </p:nvSpPr>
        <p:spPr>
          <a:xfrm>
            <a:off x="2706925" y="3014904"/>
            <a:ext cx="1187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検出枠の縦幅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1EF6B9BA-5E9F-75D6-7B9F-A42DE39A7722}"/>
              </a:ext>
            </a:extLst>
          </p:cNvPr>
          <p:cNvSpPr/>
          <p:nvPr/>
        </p:nvSpPr>
        <p:spPr>
          <a:xfrm>
            <a:off x="2089613" y="5416721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65E22F03-D07A-D6BF-D9DA-B11BBD903985}"/>
              </a:ext>
            </a:extLst>
          </p:cNvPr>
          <p:cNvSpPr/>
          <p:nvPr/>
        </p:nvSpPr>
        <p:spPr>
          <a:xfrm>
            <a:off x="2356416" y="5416721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7D5E13F5-068E-BD25-6A17-B790765B2A99}"/>
              </a:ext>
            </a:extLst>
          </p:cNvPr>
          <p:cNvSpPr/>
          <p:nvPr/>
        </p:nvSpPr>
        <p:spPr>
          <a:xfrm>
            <a:off x="2623219" y="5416721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20FA1DFC-1AEE-B4BE-AAEC-92CFC5CDBD2E}"/>
              </a:ext>
            </a:extLst>
          </p:cNvPr>
          <p:cNvSpPr/>
          <p:nvPr/>
        </p:nvSpPr>
        <p:spPr>
          <a:xfrm>
            <a:off x="2890022" y="5416721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245174D2-9DB2-F9C7-3256-AD1FF789070A}"/>
              </a:ext>
            </a:extLst>
          </p:cNvPr>
          <p:cNvSpPr/>
          <p:nvPr/>
        </p:nvSpPr>
        <p:spPr>
          <a:xfrm>
            <a:off x="3157741" y="5416721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4EF3424C-ADCA-E2AB-4101-438000970B2C}"/>
              </a:ext>
            </a:extLst>
          </p:cNvPr>
          <p:cNvSpPr/>
          <p:nvPr/>
        </p:nvSpPr>
        <p:spPr>
          <a:xfrm>
            <a:off x="3424544" y="5416721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7B73AEAE-1112-E731-14F6-2AC6CA4EF37B}"/>
              </a:ext>
            </a:extLst>
          </p:cNvPr>
          <p:cNvSpPr/>
          <p:nvPr/>
        </p:nvSpPr>
        <p:spPr>
          <a:xfrm>
            <a:off x="3691347" y="5416721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3446A57C-B17F-FA32-6ADB-6D2CBBE42258}"/>
              </a:ext>
            </a:extLst>
          </p:cNvPr>
          <p:cNvSpPr/>
          <p:nvPr/>
        </p:nvSpPr>
        <p:spPr>
          <a:xfrm>
            <a:off x="3958150" y="5416721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480D0DB8-89CF-4304-B32A-35C30162B428}"/>
              </a:ext>
            </a:extLst>
          </p:cNvPr>
          <p:cNvSpPr/>
          <p:nvPr/>
        </p:nvSpPr>
        <p:spPr>
          <a:xfrm>
            <a:off x="2089613" y="5688637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3601E881-882B-438A-6911-99D61748ABDE}"/>
              </a:ext>
            </a:extLst>
          </p:cNvPr>
          <p:cNvSpPr/>
          <p:nvPr/>
        </p:nvSpPr>
        <p:spPr>
          <a:xfrm>
            <a:off x="2356416" y="5688637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8D179CD9-6FD9-403A-905A-EB639CCD0CFE}"/>
              </a:ext>
            </a:extLst>
          </p:cNvPr>
          <p:cNvSpPr/>
          <p:nvPr/>
        </p:nvSpPr>
        <p:spPr>
          <a:xfrm>
            <a:off x="2623219" y="5688637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99FE9D2F-5C25-DEC1-A7D4-F40A592FF30A}"/>
              </a:ext>
            </a:extLst>
          </p:cNvPr>
          <p:cNvSpPr/>
          <p:nvPr/>
        </p:nvSpPr>
        <p:spPr>
          <a:xfrm>
            <a:off x="2890022" y="5688637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0A59AB45-7BB2-B732-A1CC-B14F05F3CEDD}"/>
              </a:ext>
            </a:extLst>
          </p:cNvPr>
          <p:cNvSpPr/>
          <p:nvPr/>
        </p:nvSpPr>
        <p:spPr>
          <a:xfrm>
            <a:off x="3157741" y="5688637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2A6F2B64-3992-A917-5D38-499BE92F31AC}"/>
              </a:ext>
            </a:extLst>
          </p:cNvPr>
          <p:cNvSpPr/>
          <p:nvPr/>
        </p:nvSpPr>
        <p:spPr>
          <a:xfrm>
            <a:off x="3424544" y="5688637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DB6E3227-8659-BD46-E378-BDBBF400EAFA}"/>
              </a:ext>
            </a:extLst>
          </p:cNvPr>
          <p:cNvSpPr/>
          <p:nvPr/>
        </p:nvSpPr>
        <p:spPr>
          <a:xfrm>
            <a:off x="3691347" y="5688637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E5A8BF38-73F7-A829-0515-14C22E1F0605}"/>
              </a:ext>
            </a:extLst>
          </p:cNvPr>
          <p:cNvSpPr/>
          <p:nvPr/>
        </p:nvSpPr>
        <p:spPr>
          <a:xfrm>
            <a:off x="3958150" y="5688637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05F77596-4910-EAF8-0D44-544BC35ED2A2}"/>
              </a:ext>
            </a:extLst>
          </p:cNvPr>
          <p:cNvSpPr/>
          <p:nvPr/>
        </p:nvSpPr>
        <p:spPr>
          <a:xfrm>
            <a:off x="2089613" y="5960553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372FF5E3-65F1-871F-55BF-6E1E586CCAD4}"/>
              </a:ext>
            </a:extLst>
          </p:cNvPr>
          <p:cNvSpPr/>
          <p:nvPr/>
        </p:nvSpPr>
        <p:spPr>
          <a:xfrm>
            <a:off x="2356416" y="5960553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0880C1CB-E46B-040E-E14E-FF284D58949B}"/>
              </a:ext>
            </a:extLst>
          </p:cNvPr>
          <p:cNvSpPr/>
          <p:nvPr/>
        </p:nvSpPr>
        <p:spPr>
          <a:xfrm>
            <a:off x="2623219" y="5960553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C78BF571-B199-A805-BE94-56C0EC0C303F}"/>
              </a:ext>
            </a:extLst>
          </p:cNvPr>
          <p:cNvSpPr/>
          <p:nvPr/>
        </p:nvSpPr>
        <p:spPr>
          <a:xfrm>
            <a:off x="2890022" y="5960553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DE8D3C4D-0C8C-116D-7EC4-467A4AA6BABB}"/>
              </a:ext>
            </a:extLst>
          </p:cNvPr>
          <p:cNvSpPr/>
          <p:nvPr/>
        </p:nvSpPr>
        <p:spPr>
          <a:xfrm>
            <a:off x="3157741" y="5960553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F713BF0F-1515-20D0-F7B3-CC03C9BC0C07}"/>
              </a:ext>
            </a:extLst>
          </p:cNvPr>
          <p:cNvSpPr/>
          <p:nvPr/>
        </p:nvSpPr>
        <p:spPr>
          <a:xfrm>
            <a:off x="3424544" y="5960553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3726A5E0-A45A-CC0A-2BA0-27DCD16A78B5}"/>
              </a:ext>
            </a:extLst>
          </p:cNvPr>
          <p:cNvSpPr/>
          <p:nvPr/>
        </p:nvSpPr>
        <p:spPr>
          <a:xfrm>
            <a:off x="3691347" y="5960553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61FFC0CF-50DE-5FB8-E975-F6D7A4B93BAA}"/>
              </a:ext>
            </a:extLst>
          </p:cNvPr>
          <p:cNvSpPr/>
          <p:nvPr/>
        </p:nvSpPr>
        <p:spPr>
          <a:xfrm>
            <a:off x="3958150" y="5960553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154FC389-4D4E-4FA4-5D6A-A8F9D0E2196D}"/>
              </a:ext>
            </a:extLst>
          </p:cNvPr>
          <p:cNvSpPr/>
          <p:nvPr/>
        </p:nvSpPr>
        <p:spPr>
          <a:xfrm>
            <a:off x="2089613" y="6232469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4611F183-E520-2C05-1DD4-FEBC68A2D40B}"/>
              </a:ext>
            </a:extLst>
          </p:cNvPr>
          <p:cNvSpPr/>
          <p:nvPr/>
        </p:nvSpPr>
        <p:spPr>
          <a:xfrm>
            <a:off x="2356416" y="6232469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3CB76776-6044-4548-1230-0472A07337C8}"/>
              </a:ext>
            </a:extLst>
          </p:cNvPr>
          <p:cNvSpPr/>
          <p:nvPr/>
        </p:nvSpPr>
        <p:spPr>
          <a:xfrm>
            <a:off x="2623219" y="6232469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2B5C3C85-464E-FA29-2AB7-DEF78A0207D7}"/>
              </a:ext>
            </a:extLst>
          </p:cNvPr>
          <p:cNvSpPr/>
          <p:nvPr/>
        </p:nvSpPr>
        <p:spPr>
          <a:xfrm>
            <a:off x="2890022" y="6232469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250A294A-4557-818D-5B54-9130B82B1A05}"/>
              </a:ext>
            </a:extLst>
          </p:cNvPr>
          <p:cNvSpPr/>
          <p:nvPr/>
        </p:nvSpPr>
        <p:spPr>
          <a:xfrm>
            <a:off x="3157741" y="6232469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FE27468B-C434-4170-354A-14724E67159D}"/>
              </a:ext>
            </a:extLst>
          </p:cNvPr>
          <p:cNvSpPr/>
          <p:nvPr/>
        </p:nvSpPr>
        <p:spPr>
          <a:xfrm>
            <a:off x="3424544" y="6232469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58C701BE-E988-0493-0899-E35E9C163ED6}"/>
              </a:ext>
            </a:extLst>
          </p:cNvPr>
          <p:cNvSpPr/>
          <p:nvPr/>
        </p:nvSpPr>
        <p:spPr>
          <a:xfrm>
            <a:off x="3691347" y="6232469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C7CCC38C-EA2C-69C4-E5DF-A727DE9C6DFD}"/>
              </a:ext>
            </a:extLst>
          </p:cNvPr>
          <p:cNvSpPr/>
          <p:nvPr/>
        </p:nvSpPr>
        <p:spPr>
          <a:xfrm>
            <a:off x="3958150" y="6232469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88A7E80C-17C9-F3F7-1F7B-BF7831F4A88D}"/>
              </a:ext>
            </a:extLst>
          </p:cNvPr>
          <p:cNvSpPr/>
          <p:nvPr/>
        </p:nvSpPr>
        <p:spPr>
          <a:xfrm>
            <a:off x="2089613" y="6504385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FCEB7EFE-E635-A5D9-A6E9-EDCFE263829E}"/>
              </a:ext>
            </a:extLst>
          </p:cNvPr>
          <p:cNvSpPr/>
          <p:nvPr/>
        </p:nvSpPr>
        <p:spPr>
          <a:xfrm>
            <a:off x="2356416" y="6504385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9E7F2ECC-C9F1-480C-6077-2EA3DE2334A4}"/>
              </a:ext>
            </a:extLst>
          </p:cNvPr>
          <p:cNvSpPr/>
          <p:nvPr/>
        </p:nvSpPr>
        <p:spPr>
          <a:xfrm>
            <a:off x="2623219" y="6504385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CBDE90DD-CE41-5FD7-1552-D54B498630BF}"/>
              </a:ext>
            </a:extLst>
          </p:cNvPr>
          <p:cNvSpPr/>
          <p:nvPr/>
        </p:nvSpPr>
        <p:spPr>
          <a:xfrm>
            <a:off x="2890022" y="6504385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D97BBE03-F7FA-B906-93AC-1DB9F0E343BC}"/>
              </a:ext>
            </a:extLst>
          </p:cNvPr>
          <p:cNvSpPr/>
          <p:nvPr/>
        </p:nvSpPr>
        <p:spPr>
          <a:xfrm>
            <a:off x="3157741" y="6504385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6DE1CEF9-4847-653E-FB7E-9253B249A134}"/>
              </a:ext>
            </a:extLst>
          </p:cNvPr>
          <p:cNvSpPr/>
          <p:nvPr/>
        </p:nvSpPr>
        <p:spPr>
          <a:xfrm>
            <a:off x="3424544" y="6504385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0EA38972-03BA-DE8B-4991-9C8BA4350BE6}"/>
              </a:ext>
            </a:extLst>
          </p:cNvPr>
          <p:cNvSpPr/>
          <p:nvPr/>
        </p:nvSpPr>
        <p:spPr>
          <a:xfrm>
            <a:off x="3691347" y="6504385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BBA6BF84-1A93-4C6C-017E-596A78EAFE30}"/>
              </a:ext>
            </a:extLst>
          </p:cNvPr>
          <p:cNvSpPr/>
          <p:nvPr/>
        </p:nvSpPr>
        <p:spPr>
          <a:xfrm>
            <a:off x="3958150" y="6504385"/>
            <a:ext cx="266803" cy="271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8CDECCB0-82DA-CEC3-A90B-326F62B26EFB}"/>
              </a:ext>
            </a:extLst>
          </p:cNvPr>
          <p:cNvSpPr/>
          <p:nvPr/>
        </p:nvSpPr>
        <p:spPr>
          <a:xfrm>
            <a:off x="2356415" y="5688636"/>
            <a:ext cx="1334931" cy="815077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2" name="グラフィックス 41" descr="オープンカー 単色塗りつぶし">
            <a:extLst>
              <a:ext uri="{FF2B5EF4-FFF2-40B4-BE49-F238E27FC236}">
                <a16:creationId xmlns:a16="http://schemas.microsoft.com/office/drawing/2014/main" id="{8A775D30-523D-AFCF-C933-DAF92799B4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56414" y="5356636"/>
            <a:ext cx="1295827" cy="1522873"/>
          </a:xfrm>
          <a:prstGeom prst="rect">
            <a:avLst/>
          </a:prstGeom>
        </p:spPr>
      </p:pic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DC933AEA-21DD-A998-95E9-472073201C49}"/>
              </a:ext>
            </a:extLst>
          </p:cNvPr>
          <p:cNvSpPr txBox="1"/>
          <p:nvPr/>
        </p:nvSpPr>
        <p:spPr>
          <a:xfrm>
            <a:off x="2101775" y="5199470"/>
            <a:ext cx="2232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endParaRPr kumimoji="1" lang="ja-JP" alt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CD95A23D-CE80-648F-046B-20AC08AB8B1F}"/>
              </a:ext>
            </a:extLst>
          </p:cNvPr>
          <p:cNvSpPr txBox="1"/>
          <p:nvPr/>
        </p:nvSpPr>
        <p:spPr>
          <a:xfrm>
            <a:off x="2371689" y="5199470"/>
            <a:ext cx="2232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endParaRPr kumimoji="1" lang="ja-JP" alt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2BAFEB04-CE2A-126D-9CDD-A005E987195F}"/>
              </a:ext>
            </a:extLst>
          </p:cNvPr>
          <p:cNvSpPr txBox="1"/>
          <p:nvPr/>
        </p:nvSpPr>
        <p:spPr>
          <a:xfrm>
            <a:off x="2640550" y="5199470"/>
            <a:ext cx="2232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endParaRPr kumimoji="1" lang="ja-JP" alt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B9DE8878-B546-BA2B-3C57-9E6091CA163F}"/>
              </a:ext>
            </a:extLst>
          </p:cNvPr>
          <p:cNvSpPr txBox="1"/>
          <p:nvPr/>
        </p:nvSpPr>
        <p:spPr>
          <a:xfrm>
            <a:off x="2903967" y="5201677"/>
            <a:ext cx="2232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endParaRPr kumimoji="1" lang="ja-JP" alt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BF095421-9C7B-C979-F01A-48F810033794}"/>
              </a:ext>
            </a:extLst>
          </p:cNvPr>
          <p:cNvSpPr txBox="1"/>
          <p:nvPr/>
        </p:nvSpPr>
        <p:spPr>
          <a:xfrm>
            <a:off x="3170706" y="5201677"/>
            <a:ext cx="2232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  <a:endParaRPr kumimoji="1" lang="ja-JP" alt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D85DCAFD-17F7-D5B1-672E-201C4B5C30FB}"/>
              </a:ext>
            </a:extLst>
          </p:cNvPr>
          <p:cNvSpPr txBox="1"/>
          <p:nvPr/>
        </p:nvSpPr>
        <p:spPr>
          <a:xfrm>
            <a:off x="3439417" y="5200206"/>
            <a:ext cx="2232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r>
            <a:endParaRPr kumimoji="1" lang="ja-JP" alt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2167CC4F-D3EF-81B5-2307-C80C151E03B2}"/>
              </a:ext>
            </a:extLst>
          </p:cNvPr>
          <p:cNvSpPr txBox="1"/>
          <p:nvPr/>
        </p:nvSpPr>
        <p:spPr>
          <a:xfrm>
            <a:off x="3712043" y="5201677"/>
            <a:ext cx="2232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  <a:endParaRPr kumimoji="1" lang="ja-JP" alt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FA25FFDC-8259-83BE-D186-E74A29E8635D}"/>
              </a:ext>
            </a:extLst>
          </p:cNvPr>
          <p:cNvSpPr txBox="1"/>
          <p:nvPr/>
        </p:nvSpPr>
        <p:spPr>
          <a:xfrm>
            <a:off x="3974404" y="5200206"/>
            <a:ext cx="2232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Meiryo UI" panose="020B0604030504040204" pitchFamily="50" charset="-128"/>
                <a:ea typeface="Meiryo UI" panose="020B0604030504040204" pitchFamily="50" charset="-128"/>
              </a:rPr>
              <a:t>8</a:t>
            </a:r>
            <a:endParaRPr kumimoji="1" lang="ja-JP" alt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230EE326-113B-BBF3-8E87-4B4505236536}"/>
              </a:ext>
            </a:extLst>
          </p:cNvPr>
          <p:cNvSpPr txBox="1"/>
          <p:nvPr/>
        </p:nvSpPr>
        <p:spPr>
          <a:xfrm>
            <a:off x="1865900" y="5444562"/>
            <a:ext cx="2232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endParaRPr kumimoji="1" lang="ja-JP" alt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11674A60-B629-9E3C-B4DE-3076C4D55F2A}"/>
              </a:ext>
            </a:extLst>
          </p:cNvPr>
          <p:cNvSpPr txBox="1"/>
          <p:nvPr/>
        </p:nvSpPr>
        <p:spPr>
          <a:xfrm>
            <a:off x="1865900" y="5713688"/>
            <a:ext cx="2232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endParaRPr kumimoji="1" lang="ja-JP" alt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86F3A0C9-2EB3-A8E2-A847-5425A5133C11}"/>
              </a:ext>
            </a:extLst>
          </p:cNvPr>
          <p:cNvSpPr txBox="1"/>
          <p:nvPr/>
        </p:nvSpPr>
        <p:spPr>
          <a:xfrm>
            <a:off x="1865900" y="5988453"/>
            <a:ext cx="2232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endParaRPr kumimoji="1" lang="ja-JP" alt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0E404347-632E-DF24-C1BF-BD9902D9853B}"/>
              </a:ext>
            </a:extLst>
          </p:cNvPr>
          <p:cNvSpPr txBox="1"/>
          <p:nvPr/>
        </p:nvSpPr>
        <p:spPr>
          <a:xfrm>
            <a:off x="1865900" y="6260705"/>
            <a:ext cx="2232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endParaRPr kumimoji="1" lang="ja-JP" alt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001E0449-65F2-465E-6EB5-C2C179DF5303}"/>
              </a:ext>
            </a:extLst>
          </p:cNvPr>
          <p:cNvSpPr txBox="1"/>
          <p:nvPr/>
        </p:nvSpPr>
        <p:spPr>
          <a:xfrm>
            <a:off x="1865900" y="6532621"/>
            <a:ext cx="2232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  <a:endParaRPr kumimoji="1" lang="ja-JP" alt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08" name="図 107">
            <a:extLst>
              <a:ext uri="{FF2B5EF4-FFF2-40B4-BE49-F238E27FC236}">
                <a16:creationId xmlns:a16="http://schemas.microsoft.com/office/drawing/2014/main" id="{F65C1911-29C6-E4E4-F64B-5070A8D091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5147" y="-275597"/>
            <a:ext cx="7724124" cy="6858000"/>
          </a:xfrm>
          <a:prstGeom prst="rect">
            <a:avLst/>
          </a:prstGeom>
        </p:spPr>
      </p:pic>
      <p:pic>
        <p:nvPicPr>
          <p:cNvPr id="110" name="グラフィックス 109">
            <a:extLst>
              <a:ext uri="{FF2B5EF4-FFF2-40B4-BE49-F238E27FC236}">
                <a16:creationId xmlns:a16="http://schemas.microsoft.com/office/drawing/2014/main" id="{DE7C3F6F-14BF-16E6-A46B-B1DF5155EC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57192" y="3398097"/>
            <a:ext cx="6477000" cy="5753100"/>
          </a:xfrm>
          <a:prstGeom prst="rect">
            <a:avLst/>
          </a:prstGeom>
        </p:spPr>
      </p:pic>
      <p:pic>
        <p:nvPicPr>
          <p:cNvPr id="112" name="図 111">
            <a:extLst>
              <a:ext uri="{FF2B5EF4-FFF2-40B4-BE49-F238E27FC236}">
                <a16:creationId xmlns:a16="http://schemas.microsoft.com/office/drawing/2014/main" id="{C8FD5AB2-B1E4-4616-0E36-31BA7F91BE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649002"/>
            <a:ext cx="7724124" cy="6858000"/>
          </a:xfrm>
          <a:prstGeom prst="rect">
            <a:avLst/>
          </a:prstGeom>
        </p:spPr>
      </p:pic>
      <p:pic>
        <p:nvPicPr>
          <p:cNvPr id="114" name="グラフィックス 113">
            <a:extLst>
              <a:ext uri="{FF2B5EF4-FFF2-40B4-BE49-F238E27FC236}">
                <a16:creationId xmlns:a16="http://schemas.microsoft.com/office/drawing/2014/main" id="{10C3375D-5179-C48A-AD1D-BEC43EF5F8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71901" y="5918198"/>
            <a:ext cx="6477000" cy="57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893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8A8AD-49F5-65BB-52F3-1C4648033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159683D-2A09-4A9D-08AB-511AF87F1F36}"/>
              </a:ext>
            </a:extLst>
          </p:cNvPr>
          <p:cNvSpPr/>
          <p:nvPr/>
        </p:nvSpPr>
        <p:spPr>
          <a:xfrm flipH="1">
            <a:off x="1769843" y="58995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AC2438D1-BE15-1E01-18F0-2EF01CE62A17}"/>
              </a:ext>
            </a:extLst>
          </p:cNvPr>
          <p:cNvSpPr/>
          <p:nvPr/>
        </p:nvSpPr>
        <p:spPr>
          <a:xfrm flipH="1">
            <a:off x="2116919" y="58995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FAD6D129-5DE7-152F-8249-D30525D4D2A4}"/>
              </a:ext>
            </a:extLst>
          </p:cNvPr>
          <p:cNvSpPr/>
          <p:nvPr/>
        </p:nvSpPr>
        <p:spPr>
          <a:xfrm flipH="1">
            <a:off x="2465083" y="58995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B4604A8-6CCB-2CE7-BA31-09FF6814AA07}"/>
              </a:ext>
            </a:extLst>
          </p:cNvPr>
          <p:cNvSpPr/>
          <p:nvPr/>
        </p:nvSpPr>
        <p:spPr>
          <a:xfrm flipH="1">
            <a:off x="2812159" y="58995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12BA4DB-0FF0-AC24-0D59-CB6836589BA1}"/>
              </a:ext>
            </a:extLst>
          </p:cNvPr>
          <p:cNvSpPr/>
          <p:nvPr/>
        </p:nvSpPr>
        <p:spPr>
          <a:xfrm flipH="1">
            <a:off x="3159235" y="58995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EAE6A5C0-6C58-1D94-9F2C-AD27E190E4B0}"/>
              </a:ext>
            </a:extLst>
          </p:cNvPr>
          <p:cNvSpPr/>
          <p:nvPr/>
        </p:nvSpPr>
        <p:spPr>
          <a:xfrm flipH="1">
            <a:off x="3506311" y="58995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655770EF-9F1E-E47E-2DDC-3F24D7085457}"/>
              </a:ext>
            </a:extLst>
          </p:cNvPr>
          <p:cNvSpPr/>
          <p:nvPr/>
        </p:nvSpPr>
        <p:spPr>
          <a:xfrm flipH="1">
            <a:off x="3854475" y="58995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BA0C8B7C-B85E-763B-7B18-3A0CE47A74C1}"/>
              </a:ext>
            </a:extLst>
          </p:cNvPr>
          <p:cNvSpPr/>
          <p:nvPr/>
        </p:nvSpPr>
        <p:spPr>
          <a:xfrm flipH="1">
            <a:off x="4201551" y="58995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7E9DAE01-CD0C-25A0-E7D6-3F769E89BF91}"/>
              </a:ext>
            </a:extLst>
          </p:cNvPr>
          <p:cNvSpPr/>
          <p:nvPr/>
        </p:nvSpPr>
        <p:spPr>
          <a:xfrm flipH="1">
            <a:off x="4548627" y="58995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8" name="正方形/長方形 947">
            <a:extLst>
              <a:ext uri="{FF2B5EF4-FFF2-40B4-BE49-F238E27FC236}">
                <a16:creationId xmlns:a16="http://schemas.microsoft.com/office/drawing/2014/main" id="{C0EB88F8-164A-C586-F2F9-AA6AC424AB4A}"/>
              </a:ext>
            </a:extLst>
          </p:cNvPr>
          <p:cNvSpPr/>
          <p:nvPr/>
        </p:nvSpPr>
        <p:spPr>
          <a:xfrm flipH="1">
            <a:off x="4895703" y="58995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9" name="正方形/長方形 948">
            <a:extLst>
              <a:ext uri="{FF2B5EF4-FFF2-40B4-BE49-F238E27FC236}">
                <a16:creationId xmlns:a16="http://schemas.microsoft.com/office/drawing/2014/main" id="{E70FC31F-C2FA-B797-A590-6BFE6092DFD5}"/>
              </a:ext>
            </a:extLst>
          </p:cNvPr>
          <p:cNvSpPr/>
          <p:nvPr/>
        </p:nvSpPr>
        <p:spPr>
          <a:xfrm flipH="1">
            <a:off x="5243867" y="58995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5" name="正方形/長方形 954">
            <a:extLst>
              <a:ext uri="{FF2B5EF4-FFF2-40B4-BE49-F238E27FC236}">
                <a16:creationId xmlns:a16="http://schemas.microsoft.com/office/drawing/2014/main" id="{57B98454-C479-4BED-4BB2-C2423F503ACC}"/>
              </a:ext>
            </a:extLst>
          </p:cNvPr>
          <p:cNvSpPr/>
          <p:nvPr/>
        </p:nvSpPr>
        <p:spPr>
          <a:xfrm flipH="1">
            <a:off x="1769843" y="6246663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6" name="正方形/長方形 955">
            <a:extLst>
              <a:ext uri="{FF2B5EF4-FFF2-40B4-BE49-F238E27FC236}">
                <a16:creationId xmlns:a16="http://schemas.microsoft.com/office/drawing/2014/main" id="{4D4AC159-D4F1-38B9-7E04-C9D2700DE4F6}"/>
              </a:ext>
            </a:extLst>
          </p:cNvPr>
          <p:cNvSpPr/>
          <p:nvPr/>
        </p:nvSpPr>
        <p:spPr>
          <a:xfrm flipH="1">
            <a:off x="2116919" y="6246663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7" name="正方形/長方形 956">
            <a:extLst>
              <a:ext uri="{FF2B5EF4-FFF2-40B4-BE49-F238E27FC236}">
                <a16:creationId xmlns:a16="http://schemas.microsoft.com/office/drawing/2014/main" id="{80FB322A-A8DA-FD85-7DDD-D2461E46B3EC}"/>
              </a:ext>
            </a:extLst>
          </p:cNvPr>
          <p:cNvSpPr/>
          <p:nvPr/>
        </p:nvSpPr>
        <p:spPr>
          <a:xfrm flipH="1">
            <a:off x="2465083" y="6246663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8" name="正方形/長方形 957">
            <a:extLst>
              <a:ext uri="{FF2B5EF4-FFF2-40B4-BE49-F238E27FC236}">
                <a16:creationId xmlns:a16="http://schemas.microsoft.com/office/drawing/2014/main" id="{D7982FDB-6D83-7FE3-255D-63188CD14D78}"/>
              </a:ext>
            </a:extLst>
          </p:cNvPr>
          <p:cNvSpPr/>
          <p:nvPr/>
        </p:nvSpPr>
        <p:spPr>
          <a:xfrm flipH="1">
            <a:off x="2812159" y="6246663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9" name="正方形/長方形 958">
            <a:extLst>
              <a:ext uri="{FF2B5EF4-FFF2-40B4-BE49-F238E27FC236}">
                <a16:creationId xmlns:a16="http://schemas.microsoft.com/office/drawing/2014/main" id="{69E78B92-8132-AEAC-948E-5663C60E2255}"/>
              </a:ext>
            </a:extLst>
          </p:cNvPr>
          <p:cNvSpPr/>
          <p:nvPr/>
        </p:nvSpPr>
        <p:spPr>
          <a:xfrm flipH="1">
            <a:off x="3159235" y="6246663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2" name="正方形/長方形 191">
            <a:extLst>
              <a:ext uri="{FF2B5EF4-FFF2-40B4-BE49-F238E27FC236}">
                <a16:creationId xmlns:a16="http://schemas.microsoft.com/office/drawing/2014/main" id="{C81F8952-B33B-A9FB-7588-C6DF291CEED5}"/>
              </a:ext>
            </a:extLst>
          </p:cNvPr>
          <p:cNvSpPr/>
          <p:nvPr/>
        </p:nvSpPr>
        <p:spPr>
          <a:xfrm flipH="1">
            <a:off x="3506311" y="6246663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3" name="正方形/長方形 192">
            <a:extLst>
              <a:ext uri="{FF2B5EF4-FFF2-40B4-BE49-F238E27FC236}">
                <a16:creationId xmlns:a16="http://schemas.microsoft.com/office/drawing/2014/main" id="{33C2E994-DC10-002C-D573-93EDA3F806B2}"/>
              </a:ext>
            </a:extLst>
          </p:cNvPr>
          <p:cNvSpPr/>
          <p:nvPr/>
        </p:nvSpPr>
        <p:spPr>
          <a:xfrm flipH="1">
            <a:off x="3854475" y="6246663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4" name="正方形/長方形 193">
            <a:extLst>
              <a:ext uri="{FF2B5EF4-FFF2-40B4-BE49-F238E27FC236}">
                <a16:creationId xmlns:a16="http://schemas.microsoft.com/office/drawing/2014/main" id="{E4BA38BE-6722-AC10-6A3E-9F7EF5BC0FE4}"/>
              </a:ext>
            </a:extLst>
          </p:cNvPr>
          <p:cNvSpPr/>
          <p:nvPr/>
        </p:nvSpPr>
        <p:spPr>
          <a:xfrm flipH="1">
            <a:off x="4201551" y="6246663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5" name="正方形/長方形 194">
            <a:extLst>
              <a:ext uri="{FF2B5EF4-FFF2-40B4-BE49-F238E27FC236}">
                <a16:creationId xmlns:a16="http://schemas.microsoft.com/office/drawing/2014/main" id="{BE7C0787-A1CF-55F7-9949-F50E299A7979}"/>
              </a:ext>
            </a:extLst>
          </p:cNvPr>
          <p:cNvSpPr/>
          <p:nvPr/>
        </p:nvSpPr>
        <p:spPr>
          <a:xfrm flipH="1">
            <a:off x="4548627" y="6246663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6" name="正方形/長方形 195">
            <a:extLst>
              <a:ext uri="{FF2B5EF4-FFF2-40B4-BE49-F238E27FC236}">
                <a16:creationId xmlns:a16="http://schemas.microsoft.com/office/drawing/2014/main" id="{051F13D4-F2D5-AED9-5E16-7720F9AE50C3}"/>
              </a:ext>
            </a:extLst>
          </p:cNvPr>
          <p:cNvSpPr/>
          <p:nvPr/>
        </p:nvSpPr>
        <p:spPr>
          <a:xfrm flipH="1">
            <a:off x="4895703" y="6246663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7" name="正方形/長方形 196">
            <a:extLst>
              <a:ext uri="{FF2B5EF4-FFF2-40B4-BE49-F238E27FC236}">
                <a16:creationId xmlns:a16="http://schemas.microsoft.com/office/drawing/2014/main" id="{EE45A238-E729-F28A-70C2-61FEB85658CD}"/>
              </a:ext>
            </a:extLst>
          </p:cNvPr>
          <p:cNvSpPr/>
          <p:nvPr/>
        </p:nvSpPr>
        <p:spPr>
          <a:xfrm flipH="1">
            <a:off x="5243867" y="6246663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95AA55C-9334-C155-4E5F-6E9825DF34A8}"/>
              </a:ext>
            </a:extLst>
          </p:cNvPr>
          <p:cNvSpPr/>
          <p:nvPr/>
        </p:nvSpPr>
        <p:spPr>
          <a:xfrm flipH="1">
            <a:off x="1769843" y="6592950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36407884-E8A6-0B42-4FB7-B787EBB5900B}"/>
              </a:ext>
            </a:extLst>
          </p:cNvPr>
          <p:cNvSpPr/>
          <p:nvPr/>
        </p:nvSpPr>
        <p:spPr>
          <a:xfrm flipH="1">
            <a:off x="2116919" y="6592950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4B6F8FBA-32AA-A61B-605D-432B27B4AC5D}"/>
              </a:ext>
            </a:extLst>
          </p:cNvPr>
          <p:cNvSpPr/>
          <p:nvPr/>
        </p:nvSpPr>
        <p:spPr>
          <a:xfrm flipH="1">
            <a:off x="2465083" y="6592950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7D61E86E-87E8-A55D-7751-729E4A527CAA}"/>
              </a:ext>
            </a:extLst>
          </p:cNvPr>
          <p:cNvSpPr/>
          <p:nvPr/>
        </p:nvSpPr>
        <p:spPr>
          <a:xfrm flipH="1">
            <a:off x="2812159" y="6592950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8F4F140E-EAC4-E358-6262-F2E01201D02D}"/>
              </a:ext>
            </a:extLst>
          </p:cNvPr>
          <p:cNvSpPr/>
          <p:nvPr/>
        </p:nvSpPr>
        <p:spPr>
          <a:xfrm flipH="1">
            <a:off x="3159235" y="6592950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A4B8C6CB-A233-E49B-E646-301B5D70CD7B}"/>
              </a:ext>
            </a:extLst>
          </p:cNvPr>
          <p:cNvSpPr/>
          <p:nvPr/>
        </p:nvSpPr>
        <p:spPr>
          <a:xfrm flipH="1">
            <a:off x="3506311" y="6592950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85A93085-B179-0795-E639-299E6BE2FEAA}"/>
              </a:ext>
            </a:extLst>
          </p:cNvPr>
          <p:cNvSpPr/>
          <p:nvPr/>
        </p:nvSpPr>
        <p:spPr>
          <a:xfrm flipH="1">
            <a:off x="3854475" y="6592950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6F405E3C-5CC8-CA5E-09D4-CFCE4F145B09}"/>
              </a:ext>
            </a:extLst>
          </p:cNvPr>
          <p:cNvSpPr/>
          <p:nvPr/>
        </p:nvSpPr>
        <p:spPr>
          <a:xfrm flipH="1">
            <a:off x="4201007" y="6592950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23C56543-940D-9708-968E-BD721AA7A8CA}"/>
              </a:ext>
            </a:extLst>
          </p:cNvPr>
          <p:cNvSpPr/>
          <p:nvPr/>
        </p:nvSpPr>
        <p:spPr>
          <a:xfrm flipH="1">
            <a:off x="4548627" y="6592950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8241428D-C4DC-2511-969E-95D6742E4C6C}"/>
              </a:ext>
            </a:extLst>
          </p:cNvPr>
          <p:cNvSpPr/>
          <p:nvPr/>
        </p:nvSpPr>
        <p:spPr>
          <a:xfrm flipH="1">
            <a:off x="4895703" y="6592950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19846984-A16D-87B3-CE1F-7870825ADB26}"/>
              </a:ext>
            </a:extLst>
          </p:cNvPr>
          <p:cNvSpPr/>
          <p:nvPr/>
        </p:nvSpPr>
        <p:spPr>
          <a:xfrm flipH="1">
            <a:off x="5243867" y="6592950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A799AB4E-503F-6A74-A4E7-86AD3104E32E}"/>
              </a:ext>
            </a:extLst>
          </p:cNvPr>
          <p:cNvSpPr/>
          <p:nvPr/>
        </p:nvSpPr>
        <p:spPr>
          <a:xfrm flipH="1">
            <a:off x="1769843" y="693923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FD5B5787-E00E-56BB-D430-C6FFE332A51B}"/>
              </a:ext>
            </a:extLst>
          </p:cNvPr>
          <p:cNvSpPr/>
          <p:nvPr/>
        </p:nvSpPr>
        <p:spPr>
          <a:xfrm flipH="1">
            <a:off x="2116919" y="693923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0" name="正方形/長方形 259">
            <a:extLst>
              <a:ext uri="{FF2B5EF4-FFF2-40B4-BE49-F238E27FC236}">
                <a16:creationId xmlns:a16="http://schemas.microsoft.com/office/drawing/2014/main" id="{9924885A-4C95-213D-AE29-99374010BCB8}"/>
              </a:ext>
            </a:extLst>
          </p:cNvPr>
          <p:cNvSpPr/>
          <p:nvPr/>
        </p:nvSpPr>
        <p:spPr>
          <a:xfrm flipH="1">
            <a:off x="2465083" y="6939237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9C2328B1-86A8-66B1-AE28-CDF90FD6BD2E}"/>
              </a:ext>
            </a:extLst>
          </p:cNvPr>
          <p:cNvSpPr/>
          <p:nvPr/>
        </p:nvSpPr>
        <p:spPr>
          <a:xfrm flipH="1">
            <a:off x="2812159" y="6939237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F5641B47-1944-6E71-676B-72D4D64B0C4C}"/>
              </a:ext>
            </a:extLst>
          </p:cNvPr>
          <p:cNvSpPr/>
          <p:nvPr/>
        </p:nvSpPr>
        <p:spPr>
          <a:xfrm flipH="1">
            <a:off x="3159235" y="6939237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3" name="正方形/長方形 262">
            <a:extLst>
              <a:ext uri="{FF2B5EF4-FFF2-40B4-BE49-F238E27FC236}">
                <a16:creationId xmlns:a16="http://schemas.microsoft.com/office/drawing/2014/main" id="{C62542F5-DE2B-70C1-94F4-700E88A5AFE6}"/>
              </a:ext>
            </a:extLst>
          </p:cNvPr>
          <p:cNvSpPr/>
          <p:nvPr/>
        </p:nvSpPr>
        <p:spPr>
          <a:xfrm flipH="1">
            <a:off x="3506311" y="6939237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4" name="正方形/長方形 263">
            <a:extLst>
              <a:ext uri="{FF2B5EF4-FFF2-40B4-BE49-F238E27FC236}">
                <a16:creationId xmlns:a16="http://schemas.microsoft.com/office/drawing/2014/main" id="{5FB0DC83-AEFD-F6F4-26F1-654932753E01}"/>
              </a:ext>
            </a:extLst>
          </p:cNvPr>
          <p:cNvSpPr/>
          <p:nvPr/>
        </p:nvSpPr>
        <p:spPr>
          <a:xfrm flipH="1">
            <a:off x="3854475" y="6939237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5" name="正方形/長方形 264">
            <a:extLst>
              <a:ext uri="{FF2B5EF4-FFF2-40B4-BE49-F238E27FC236}">
                <a16:creationId xmlns:a16="http://schemas.microsoft.com/office/drawing/2014/main" id="{E42ABD53-0A1A-E409-B831-0363A49A9BA2}"/>
              </a:ext>
            </a:extLst>
          </p:cNvPr>
          <p:cNvSpPr/>
          <p:nvPr/>
        </p:nvSpPr>
        <p:spPr>
          <a:xfrm flipH="1">
            <a:off x="4201007" y="6939237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6" name="正方形/長方形 265">
            <a:extLst>
              <a:ext uri="{FF2B5EF4-FFF2-40B4-BE49-F238E27FC236}">
                <a16:creationId xmlns:a16="http://schemas.microsoft.com/office/drawing/2014/main" id="{D2930B83-44FE-0371-0E4D-6BDEB2F9198F}"/>
              </a:ext>
            </a:extLst>
          </p:cNvPr>
          <p:cNvSpPr/>
          <p:nvPr/>
        </p:nvSpPr>
        <p:spPr>
          <a:xfrm flipH="1">
            <a:off x="4548627" y="693923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7" name="正方形/長方形 266">
            <a:extLst>
              <a:ext uri="{FF2B5EF4-FFF2-40B4-BE49-F238E27FC236}">
                <a16:creationId xmlns:a16="http://schemas.microsoft.com/office/drawing/2014/main" id="{9F040393-1783-44A5-90E4-FDC10D510FC9}"/>
              </a:ext>
            </a:extLst>
          </p:cNvPr>
          <p:cNvSpPr/>
          <p:nvPr/>
        </p:nvSpPr>
        <p:spPr>
          <a:xfrm flipH="1">
            <a:off x="4895703" y="693923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8" name="正方形/長方形 267">
            <a:extLst>
              <a:ext uri="{FF2B5EF4-FFF2-40B4-BE49-F238E27FC236}">
                <a16:creationId xmlns:a16="http://schemas.microsoft.com/office/drawing/2014/main" id="{ADBF25F7-6161-64F3-0DDD-86F44B055ED3}"/>
              </a:ext>
            </a:extLst>
          </p:cNvPr>
          <p:cNvSpPr/>
          <p:nvPr/>
        </p:nvSpPr>
        <p:spPr>
          <a:xfrm flipH="1">
            <a:off x="5243867" y="693923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F3210F4C-892E-E0B4-DBE1-EB7E3A58D3C1}"/>
              </a:ext>
            </a:extLst>
          </p:cNvPr>
          <p:cNvSpPr/>
          <p:nvPr/>
        </p:nvSpPr>
        <p:spPr>
          <a:xfrm flipH="1">
            <a:off x="1769843" y="7285524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F6AB724B-AACF-F802-6F50-C4FFE952FDF5}"/>
              </a:ext>
            </a:extLst>
          </p:cNvPr>
          <p:cNvSpPr/>
          <p:nvPr/>
        </p:nvSpPr>
        <p:spPr>
          <a:xfrm flipH="1">
            <a:off x="2116919" y="7285524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9A577191-FC1A-9010-134E-EDB7420DDB45}"/>
              </a:ext>
            </a:extLst>
          </p:cNvPr>
          <p:cNvSpPr/>
          <p:nvPr/>
        </p:nvSpPr>
        <p:spPr>
          <a:xfrm flipH="1">
            <a:off x="2465083" y="7285524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CAC9A314-4290-3CAF-174E-DD4DF9982E12}"/>
              </a:ext>
            </a:extLst>
          </p:cNvPr>
          <p:cNvSpPr/>
          <p:nvPr/>
        </p:nvSpPr>
        <p:spPr>
          <a:xfrm flipH="1">
            <a:off x="2812159" y="7285524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528109FF-A70A-C908-2376-D43178399B6A}"/>
              </a:ext>
            </a:extLst>
          </p:cNvPr>
          <p:cNvSpPr/>
          <p:nvPr/>
        </p:nvSpPr>
        <p:spPr>
          <a:xfrm flipH="1">
            <a:off x="3159235" y="7285524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2D8DDEC0-EDDF-6523-2CC3-A8C99658A2A5}"/>
              </a:ext>
            </a:extLst>
          </p:cNvPr>
          <p:cNvSpPr/>
          <p:nvPr/>
        </p:nvSpPr>
        <p:spPr>
          <a:xfrm flipH="1">
            <a:off x="3506311" y="7285524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19F6B5B9-676C-D132-2FBA-288B0DCA28B7}"/>
              </a:ext>
            </a:extLst>
          </p:cNvPr>
          <p:cNvSpPr/>
          <p:nvPr/>
        </p:nvSpPr>
        <p:spPr>
          <a:xfrm flipH="1">
            <a:off x="3854475" y="7285524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6EF18AFB-7BBE-13BC-71D5-106CAAABEE5E}"/>
              </a:ext>
            </a:extLst>
          </p:cNvPr>
          <p:cNvSpPr/>
          <p:nvPr/>
        </p:nvSpPr>
        <p:spPr>
          <a:xfrm flipH="1">
            <a:off x="4201007" y="7285524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F6D0880A-778E-50EE-E160-382D39F3ED82}"/>
              </a:ext>
            </a:extLst>
          </p:cNvPr>
          <p:cNvSpPr/>
          <p:nvPr/>
        </p:nvSpPr>
        <p:spPr>
          <a:xfrm flipH="1">
            <a:off x="4548627" y="7285524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4" name="正方形/長方形 283">
            <a:extLst>
              <a:ext uri="{FF2B5EF4-FFF2-40B4-BE49-F238E27FC236}">
                <a16:creationId xmlns:a16="http://schemas.microsoft.com/office/drawing/2014/main" id="{2638DC84-C4B5-6EB1-AB4F-86B0BAF20919}"/>
              </a:ext>
            </a:extLst>
          </p:cNvPr>
          <p:cNvSpPr/>
          <p:nvPr/>
        </p:nvSpPr>
        <p:spPr>
          <a:xfrm flipH="1">
            <a:off x="4895703" y="7285524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00EBADEA-FB0B-98CA-573E-CA5CF143547D}"/>
              </a:ext>
            </a:extLst>
          </p:cNvPr>
          <p:cNvSpPr/>
          <p:nvPr/>
        </p:nvSpPr>
        <p:spPr>
          <a:xfrm flipH="1">
            <a:off x="5243867" y="7285524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9" name="正方形/長方形 418">
            <a:extLst>
              <a:ext uri="{FF2B5EF4-FFF2-40B4-BE49-F238E27FC236}">
                <a16:creationId xmlns:a16="http://schemas.microsoft.com/office/drawing/2014/main" id="{D7CD8FCE-29F5-C4D6-E9CB-9DFEE8A254F2}"/>
              </a:ext>
            </a:extLst>
          </p:cNvPr>
          <p:cNvSpPr/>
          <p:nvPr/>
        </p:nvSpPr>
        <p:spPr>
          <a:xfrm flipH="1">
            <a:off x="1769843" y="7632600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0" name="正方形/長方形 419">
            <a:extLst>
              <a:ext uri="{FF2B5EF4-FFF2-40B4-BE49-F238E27FC236}">
                <a16:creationId xmlns:a16="http://schemas.microsoft.com/office/drawing/2014/main" id="{22083B58-64E6-5D9C-A460-2E77335EAB7C}"/>
              </a:ext>
            </a:extLst>
          </p:cNvPr>
          <p:cNvSpPr/>
          <p:nvPr/>
        </p:nvSpPr>
        <p:spPr>
          <a:xfrm flipH="1">
            <a:off x="2116919" y="7632600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1" name="正方形/長方形 420">
            <a:extLst>
              <a:ext uri="{FF2B5EF4-FFF2-40B4-BE49-F238E27FC236}">
                <a16:creationId xmlns:a16="http://schemas.microsoft.com/office/drawing/2014/main" id="{1B36AF13-0BC2-19EB-3D3E-473F0C1725C3}"/>
              </a:ext>
            </a:extLst>
          </p:cNvPr>
          <p:cNvSpPr/>
          <p:nvPr/>
        </p:nvSpPr>
        <p:spPr>
          <a:xfrm flipH="1">
            <a:off x="2465083" y="7632600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2" name="正方形/長方形 421">
            <a:extLst>
              <a:ext uri="{FF2B5EF4-FFF2-40B4-BE49-F238E27FC236}">
                <a16:creationId xmlns:a16="http://schemas.microsoft.com/office/drawing/2014/main" id="{4D00069E-FAFB-E444-1F36-04FFFBCF232E}"/>
              </a:ext>
            </a:extLst>
          </p:cNvPr>
          <p:cNvSpPr/>
          <p:nvPr/>
        </p:nvSpPr>
        <p:spPr>
          <a:xfrm flipH="1">
            <a:off x="2812159" y="7632600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3" name="正方形/長方形 422">
            <a:extLst>
              <a:ext uri="{FF2B5EF4-FFF2-40B4-BE49-F238E27FC236}">
                <a16:creationId xmlns:a16="http://schemas.microsoft.com/office/drawing/2014/main" id="{A25CC0D9-57A1-0436-5BAC-F2C43BD6962B}"/>
              </a:ext>
            </a:extLst>
          </p:cNvPr>
          <p:cNvSpPr/>
          <p:nvPr/>
        </p:nvSpPr>
        <p:spPr>
          <a:xfrm flipH="1">
            <a:off x="3159235" y="7632600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4" name="正方形/長方形 423">
            <a:extLst>
              <a:ext uri="{FF2B5EF4-FFF2-40B4-BE49-F238E27FC236}">
                <a16:creationId xmlns:a16="http://schemas.microsoft.com/office/drawing/2014/main" id="{72B20093-C9D0-9CB4-E4EE-1BCF04CB805E}"/>
              </a:ext>
            </a:extLst>
          </p:cNvPr>
          <p:cNvSpPr/>
          <p:nvPr/>
        </p:nvSpPr>
        <p:spPr>
          <a:xfrm flipH="1">
            <a:off x="3506311" y="7632600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5" name="正方形/長方形 424">
            <a:extLst>
              <a:ext uri="{FF2B5EF4-FFF2-40B4-BE49-F238E27FC236}">
                <a16:creationId xmlns:a16="http://schemas.microsoft.com/office/drawing/2014/main" id="{5E2478B9-B646-986E-C0BF-CC8C1CA5EA1B}"/>
              </a:ext>
            </a:extLst>
          </p:cNvPr>
          <p:cNvSpPr/>
          <p:nvPr/>
        </p:nvSpPr>
        <p:spPr>
          <a:xfrm flipH="1">
            <a:off x="3853931" y="7632600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6" name="正方形/長方形 425">
            <a:extLst>
              <a:ext uri="{FF2B5EF4-FFF2-40B4-BE49-F238E27FC236}">
                <a16:creationId xmlns:a16="http://schemas.microsoft.com/office/drawing/2014/main" id="{BF6B179D-7470-A941-F9C0-C1C16AC9AC22}"/>
              </a:ext>
            </a:extLst>
          </p:cNvPr>
          <p:cNvSpPr/>
          <p:nvPr/>
        </p:nvSpPr>
        <p:spPr>
          <a:xfrm flipH="1">
            <a:off x="4201007" y="7632600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7" name="正方形/長方形 426">
            <a:extLst>
              <a:ext uri="{FF2B5EF4-FFF2-40B4-BE49-F238E27FC236}">
                <a16:creationId xmlns:a16="http://schemas.microsoft.com/office/drawing/2014/main" id="{7C804A4D-D7A7-72CA-719B-C2934B20682B}"/>
              </a:ext>
            </a:extLst>
          </p:cNvPr>
          <p:cNvSpPr/>
          <p:nvPr/>
        </p:nvSpPr>
        <p:spPr>
          <a:xfrm flipH="1">
            <a:off x="4548627" y="7632600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8" name="正方形/長方形 427">
            <a:extLst>
              <a:ext uri="{FF2B5EF4-FFF2-40B4-BE49-F238E27FC236}">
                <a16:creationId xmlns:a16="http://schemas.microsoft.com/office/drawing/2014/main" id="{9FFE53D7-C136-BBD5-B687-3F3C2CC5F4DC}"/>
              </a:ext>
            </a:extLst>
          </p:cNvPr>
          <p:cNvSpPr/>
          <p:nvPr/>
        </p:nvSpPr>
        <p:spPr>
          <a:xfrm flipH="1">
            <a:off x="4895703" y="7632600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9" name="正方形/長方形 428">
            <a:extLst>
              <a:ext uri="{FF2B5EF4-FFF2-40B4-BE49-F238E27FC236}">
                <a16:creationId xmlns:a16="http://schemas.microsoft.com/office/drawing/2014/main" id="{5A19B120-A780-2CBD-EB06-05CD72F0A838}"/>
              </a:ext>
            </a:extLst>
          </p:cNvPr>
          <p:cNvSpPr/>
          <p:nvPr/>
        </p:nvSpPr>
        <p:spPr>
          <a:xfrm flipH="1">
            <a:off x="5243867" y="7632600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5" name="正方形/長方形 434">
            <a:extLst>
              <a:ext uri="{FF2B5EF4-FFF2-40B4-BE49-F238E27FC236}">
                <a16:creationId xmlns:a16="http://schemas.microsoft.com/office/drawing/2014/main" id="{B3C2177E-8215-C095-1B9C-162C45CF3944}"/>
              </a:ext>
            </a:extLst>
          </p:cNvPr>
          <p:cNvSpPr/>
          <p:nvPr/>
        </p:nvSpPr>
        <p:spPr>
          <a:xfrm flipH="1">
            <a:off x="1769843" y="79788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6" name="正方形/長方形 435">
            <a:extLst>
              <a:ext uri="{FF2B5EF4-FFF2-40B4-BE49-F238E27FC236}">
                <a16:creationId xmlns:a16="http://schemas.microsoft.com/office/drawing/2014/main" id="{410FA75C-015E-27D4-E9F8-29D238292549}"/>
              </a:ext>
            </a:extLst>
          </p:cNvPr>
          <p:cNvSpPr/>
          <p:nvPr/>
        </p:nvSpPr>
        <p:spPr>
          <a:xfrm flipH="1">
            <a:off x="2116919" y="79788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7" name="正方形/長方形 436">
            <a:extLst>
              <a:ext uri="{FF2B5EF4-FFF2-40B4-BE49-F238E27FC236}">
                <a16:creationId xmlns:a16="http://schemas.microsoft.com/office/drawing/2014/main" id="{D496BF64-5730-7BE0-A444-2E4EB0B1DA9D}"/>
              </a:ext>
            </a:extLst>
          </p:cNvPr>
          <p:cNvSpPr/>
          <p:nvPr/>
        </p:nvSpPr>
        <p:spPr>
          <a:xfrm flipH="1">
            <a:off x="2465083" y="79788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8" name="正方形/長方形 437">
            <a:extLst>
              <a:ext uri="{FF2B5EF4-FFF2-40B4-BE49-F238E27FC236}">
                <a16:creationId xmlns:a16="http://schemas.microsoft.com/office/drawing/2014/main" id="{E0267FA2-53B1-CC3B-0EE3-7AADF433E723}"/>
              </a:ext>
            </a:extLst>
          </p:cNvPr>
          <p:cNvSpPr/>
          <p:nvPr/>
        </p:nvSpPr>
        <p:spPr>
          <a:xfrm flipH="1">
            <a:off x="2812159" y="79788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9" name="正方形/長方形 438">
            <a:extLst>
              <a:ext uri="{FF2B5EF4-FFF2-40B4-BE49-F238E27FC236}">
                <a16:creationId xmlns:a16="http://schemas.microsoft.com/office/drawing/2014/main" id="{046DAB55-9658-DE7A-C573-57EE4537C40B}"/>
              </a:ext>
            </a:extLst>
          </p:cNvPr>
          <p:cNvSpPr/>
          <p:nvPr/>
        </p:nvSpPr>
        <p:spPr>
          <a:xfrm flipH="1">
            <a:off x="3159235" y="79788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0" name="正方形/長方形 439">
            <a:extLst>
              <a:ext uri="{FF2B5EF4-FFF2-40B4-BE49-F238E27FC236}">
                <a16:creationId xmlns:a16="http://schemas.microsoft.com/office/drawing/2014/main" id="{E90CD53C-D255-8E94-4760-131F2C8D508B}"/>
              </a:ext>
            </a:extLst>
          </p:cNvPr>
          <p:cNvSpPr/>
          <p:nvPr/>
        </p:nvSpPr>
        <p:spPr>
          <a:xfrm flipH="1">
            <a:off x="3506311" y="79788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1" name="正方形/長方形 440">
            <a:extLst>
              <a:ext uri="{FF2B5EF4-FFF2-40B4-BE49-F238E27FC236}">
                <a16:creationId xmlns:a16="http://schemas.microsoft.com/office/drawing/2014/main" id="{EDB91E27-2B0B-F39C-DDD8-770E8FE84756}"/>
              </a:ext>
            </a:extLst>
          </p:cNvPr>
          <p:cNvSpPr/>
          <p:nvPr/>
        </p:nvSpPr>
        <p:spPr>
          <a:xfrm flipH="1">
            <a:off x="3854475" y="79788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2" name="正方形/長方形 441">
            <a:extLst>
              <a:ext uri="{FF2B5EF4-FFF2-40B4-BE49-F238E27FC236}">
                <a16:creationId xmlns:a16="http://schemas.microsoft.com/office/drawing/2014/main" id="{03ADB8C5-19EB-1DB3-122D-A460B4A577EC}"/>
              </a:ext>
            </a:extLst>
          </p:cNvPr>
          <p:cNvSpPr/>
          <p:nvPr/>
        </p:nvSpPr>
        <p:spPr>
          <a:xfrm flipH="1">
            <a:off x="4201551" y="79788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3" name="正方形/長方形 442">
            <a:extLst>
              <a:ext uri="{FF2B5EF4-FFF2-40B4-BE49-F238E27FC236}">
                <a16:creationId xmlns:a16="http://schemas.microsoft.com/office/drawing/2014/main" id="{D6C42A51-0324-7D47-2968-0782670F5093}"/>
              </a:ext>
            </a:extLst>
          </p:cNvPr>
          <p:cNvSpPr/>
          <p:nvPr/>
        </p:nvSpPr>
        <p:spPr>
          <a:xfrm flipH="1">
            <a:off x="4548627" y="79788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4" name="正方形/長方形 443">
            <a:extLst>
              <a:ext uri="{FF2B5EF4-FFF2-40B4-BE49-F238E27FC236}">
                <a16:creationId xmlns:a16="http://schemas.microsoft.com/office/drawing/2014/main" id="{BDE448FB-A127-C85E-BB66-74EC2E507D7B}"/>
              </a:ext>
            </a:extLst>
          </p:cNvPr>
          <p:cNvSpPr/>
          <p:nvPr/>
        </p:nvSpPr>
        <p:spPr>
          <a:xfrm flipH="1">
            <a:off x="4895703" y="79788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5" name="正方形/長方形 444">
            <a:extLst>
              <a:ext uri="{FF2B5EF4-FFF2-40B4-BE49-F238E27FC236}">
                <a16:creationId xmlns:a16="http://schemas.microsoft.com/office/drawing/2014/main" id="{81344379-FEFD-3A42-C3AC-540979A74027}"/>
              </a:ext>
            </a:extLst>
          </p:cNvPr>
          <p:cNvSpPr/>
          <p:nvPr/>
        </p:nvSpPr>
        <p:spPr>
          <a:xfrm flipH="1">
            <a:off x="5243867" y="7978887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2" name="正方形/長方形 611">
            <a:extLst>
              <a:ext uri="{FF2B5EF4-FFF2-40B4-BE49-F238E27FC236}">
                <a16:creationId xmlns:a16="http://schemas.microsoft.com/office/drawing/2014/main" id="{1A6F295A-2908-5B2C-7A77-7F5C7D0A6EC8}"/>
              </a:ext>
            </a:extLst>
          </p:cNvPr>
          <p:cNvSpPr/>
          <p:nvPr/>
        </p:nvSpPr>
        <p:spPr>
          <a:xfrm flipH="1">
            <a:off x="5921485" y="6621361"/>
            <a:ext cx="347076" cy="3470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3" name="正方形/長方形 612">
            <a:extLst>
              <a:ext uri="{FF2B5EF4-FFF2-40B4-BE49-F238E27FC236}">
                <a16:creationId xmlns:a16="http://schemas.microsoft.com/office/drawing/2014/main" id="{9E93996D-7167-4799-7AB1-D98284014247}"/>
              </a:ext>
            </a:extLst>
          </p:cNvPr>
          <p:cNvSpPr/>
          <p:nvPr/>
        </p:nvSpPr>
        <p:spPr>
          <a:xfrm flipH="1">
            <a:off x="5921485" y="7314724"/>
            <a:ext cx="347076" cy="347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4" name="正方形/長方形 613">
            <a:extLst>
              <a:ext uri="{FF2B5EF4-FFF2-40B4-BE49-F238E27FC236}">
                <a16:creationId xmlns:a16="http://schemas.microsoft.com/office/drawing/2014/main" id="{33E9B146-4603-49F3-9170-C47FC1A2033A}"/>
              </a:ext>
            </a:extLst>
          </p:cNvPr>
          <p:cNvSpPr/>
          <p:nvPr/>
        </p:nvSpPr>
        <p:spPr>
          <a:xfrm flipH="1">
            <a:off x="5921485" y="6968437"/>
            <a:ext cx="347076" cy="347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5" name="正方形/長方形 614">
            <a:extLst>
              <a:ext uri="{FF2B5EF4-FFF2-40B4-BE49-F238E27FC236}">
                <a16:creationId xmlns:a16="http://schemas.microsoft.com/office/drawing/2014/main" id="{0B1CFDB1-5956-7853-B74D-4E0ABBACC630}"/>
              </a:ext>
            </a:extLst>
          </p:cNvPr>
          <p:cNvSpPr/>
          <p:nvPr/>
        </p:nvSpPr>
        <p:spPr>
          <a:xfrm flipH="1">
            <a:off x="5921485" y="7661011"/>
            <a:ext cx="347076" cy="34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6" name="テキスト ボックス 615">
            <a:extLst>
              <a:ext uri="{FF2B5EF4-FFF2-40B4-BE49-F238E27FC236}">
                <a16:creationId xmlns:a16="http://schemas.microsoft.com/office/drawing/2014/main" id="{1ACEE2A6-0C4D-E489-7078-C2CDE0D56B06}"/>
              </a:ext>
            </a:extLst>
          </p:cNvPr>
          <p:cNvSpPr txBox="1"/>
          <p:nvPr/>
        </p:nvSpPr>
        <p:spPr>
          <a:xfrm>
            <a:off x="6397242" y="6656399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背景</a:t>
            </a:r>
          </a:p>
        </p:txBody>
      </p:sp>
      <p:sp>
        <p:nvSpPr>
          <p:cNvPr id="617" name="テキスト ボックス 616">
            <a:extLst>
              <a:ext uri="{FF2B5EF4-FFF2-40B4-BE49-F238E27FC236}">
                <a16:creationId xmlns:a16="http://schemas.microsoft.com/office/drawing/2014/main" id="{129513A3-4807-BC0B-1997-412B9E1D1D0E}"/>
              </a:ext>
            </a:extLst>
          </p:cNvPr>
          <p:cNvSpPr txBox="1"/>
          <p:nvPr/>
        </p:nvSpPr>
        <p:spPr>
          <a:xfrm>
            <a:off x="6391952" y="7003475"/>
            <a:ext cx="3003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True Positive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TP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）：正しく検出した領域</a:t>
            </a:r>
          </a:p>
        </p:txBody>
      </p:sp>
      <p:sp>
        <p:nvSpPr>
          <p:cNvPr id="618" name="テキスト ボックス 617">
            <a:extLst>
              <a:ext uri="{FF2B5EF4-FFF2-40B4-BE49-F238E27FC236}">
                <a16:creationId xmlns:a16="http://schemas.microsoft.com/office/drawing/2014/main" id="{DBF70BAB-C187-9859-C8CC-97F0D45154EB}"/>
              </a:ext>
            </a:extLst>
          </p:cNvPr>
          <p:cNvSpPr txBox="1"/>
          <p:nvPr/>
        </p:nvSpPr>
        <p:spPr>
          <a:xfrm>
            <a:off x="6391952" y="7349762"/>
            <a:ext cx="25886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False Positive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FP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）：誤検出領域</a:t>
            </a:r>
          </a:p>
        </p:txBody>
      </p:sp>
      <p:sp>
        <p:nvSpPr>
          <p:cNvPr id="619" name="テキスト ボックス 618">
            <a:extLst>
              <a:ext uri="{FF2B5EF4-FFF2-40B4-BE49-F238E27FC236}">
                <a16:creationId xmlns:a16="http://schemas.microsoft.com/office/drawing/2014/main" id="{AA708450-3C7C-26B2-D8C5-803A6990C06F}"/>
              </a:ext>
            </a:extLst>
          </p:cNvPr>
          <p:cNvSpPr txBox="1"/>
          <p:nvPr/>
        </p:nvSpPr>
        <p:spPr>
          <a:xfrm>
            <a:off x="6390998" y="7696049"/>
            <a:ext cx="27013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False Negative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FN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）：未検出領域</a:t>
            </a:r>
          </a:p>
        </p:txBody>
      </p:sp>
      <p:sp>
        <p:nvSpPr>
          <p:cNvPr id="621" name="正方形/長方形 620">
            <a:extLst>
              <a:ext uri="{FF2B5EF4-FFF2-40B4-BE49-F238E27FC236}">
                <a16:creationId xmlns:a16="http://schemas.microsoft.com/office/drawing/2014/main" id="{9793A0E5-A95A-3AEC-B77C-D76A00BA774B}"/>
              </a:ext>
            </a:extLst>
          </p:cNvPr>
          <p:cNvSpPr/>
          <p:nvPr/>
        </p:nvSpPr>
        <p:spPr>
          <a:xfrm>
            <a:off x="2811071" y="6592950"/>
            <a:ext cx="1736468" cy="138399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0" name="正方形/長方形 619">
            <a:extLst>
              <a:ext uri="{FF2B5EF4-FFF2-40B4-BE49-F238E27FC236}">
                <a16:creationId xmlns:a16="http://schemas.microsoft.com/office/drawing/2014/main" id="{426BEFC1-8BE1-84A0-8AF8-4753CAE3F3F8}"/>
              </a:ext>
            </a:extLst>
          </p:cNvPr>
          <p:cNvSpPr/>
          <p:nvPr/>
        </p:nvSpPr>
        <p:spPr>
          <a:xfrm>
            <a:off x="2463451" y="6245875"/>
            <a:ext cx="1736468" cy="1386726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2" name="正方形/長方形 621">
            <a:extLst>
              <a:ext uri="{FF2B5EF4-FFF2-40B4-BE49-F238E27FC236}">
                <a16:creationId xmlns:a16="http://schemas.microsoft.com/office/drawing/2014/main" id="{A75CC162-EB04-83D2-90FB-618FC7503255}"/>
              </a:ext>
            </a:extLst>
          </p:cNvPr>
          <p:cNvSpPr/>
          <p:nvPr/>
        </p:nvSpPr>
        <p:spPr>
          <a:xfrm>
            <a:off x="5924701" y="5853022"/>
            <a:ext cx="345448" cy="34628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3" name="正方形/長方形 622">
            <a:extLst>
              <a:ext uri="{FF2B5EF4-FFF2-40B4-BE49-F238E27FC236}">
                <a16:creationId xmlns:a16="http://schemas.microsoft.com/office/drawing/2014/main" id="{6D81853D-F637-FDBB-28C4-92EE28D810F6}"/>
              </a:ext>
            </a:extLst>
          </p:cNvPr>
          <p:cNvSpPr/>
          <p:nvPr/>
        </p:nvSpPr>
        <p:spPr>
          <a:xfrm>
            <a:off x="5924701" y="6240374"/>
            <a:ext cx="345448" cy="346286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4" name="テキスト ボックス 623">
            <a:extLst>
              <a:ext uri="{FF2B5EF4-FFF2-40B4-BE49-F238E27FC236}">
                <a16:creationId xmlns:a16="http://schemas.microsoft.com/office/drawing/2014/main" id="{A269D05A-5703-0332-C59B-9A096AAC75C4}"/>
              </a:ext>
            </a:extLst>
          </p:cNvPr>
          <p:cNvSpPr txBox="1"/>
          <p:nvPr/>
        </p:nvSpPr>
        <p:spPr>
          <a:xfrm>
            <a:off x="6390998" y="588806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正解領域</a:t>
            </a:r>
          </a:p>
        </p:txBody>
      </p:sp>
      <p:sp>
        <p:nvSpPr>
          <p:cNvPr id="625" name="テキスト ボックス 624">
            <a:extLst>
              <a:ext uri="{FF2B5EF4-FFF2-40B4-BE49-F238E27FC236}">
                <a16:creationId xmlns:a16="http://schemas.microsoft.com/office/drawing/2014/main" id="{E34AD626-2C99-59D8-D05F-BFDA43F51A16}"/>
              </a:ext>
            </a:extLst>
          </p:cNvPr>
          <p:cNvSpPr txBox="1"/>
          <p:nvPr/>
        </p:nvSpPr>
        <p:spPr>
          <a:xfrm>
            <a:off x="6390998" y="627745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検出領域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6" name="テキスト ボックス 625">
                <a:extLst>
                  <a:ext uri="{FF2B5EF4-FFF2-40B4-BE49-F238E27FC236}">
                    <a16:creationId xmlns:a16="http://schemas.microsoft.com/office/drawing/2014/main" id="{68331C9F-BE8C-8D20-94CD-9D892D582F57}"/>
                  </a:ext>
                </a:extLst>
              </p:cNvPr>
              <p:cNvSpPr txBox="1"/>
              <p:nvPr/>
            </p:nvSpPr>
            <p:spPr>
              <a:xfrm>
                <a:off x="5830386" y="8103468"/>
                <a:ext cx="1427827" cy="348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n-US" altLang="ja-JP" sz="1200" b="0" i="0" smtClean="0">
                          <a:latin typeface="Cambria Math" panose="02040503050406030204" pitchFamily="18" charset="0"/>
                        </a:rPr>
                        <m:t>IoU</m:t>
                      </m:r>
                      <m:r>
                        <a:rPr kumimoji="1" lang="en-US" altLang="ja-JP" sz="1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kumimoji="1" lang="ja-JP" altLang="en-US" sz="1200" dirty="0"/>
              </a:p>
            </p:txBody>
          </p:sp>
        </mc:Choice>
        <mc:Fallback xmlns="">
          <p:sp>
            <p:nvSpPr>
              <p:cNvPr id="626" name="テキスト ボックス 625">
                <a:extLst>
                  <a:ext uri="{FF2B5EF4-FFF2-40B4-BE49-F238E27FC236}">
                    <a16:creationId xmlns:a16="http://schemas.microsoft.com/office/drawing/2014/main" id="{68331C9F-BE8C-8D20-94CD-9D892D582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386" y="8103468"/>
                <a:ext cx="1427827" cy="348813"/>
              </a:xfrm>
              <a:prstGeom prst="rect">
                <a:avLst/>
              </a:prstGeom>
              <a:blipFill>
                <a:blip r:embed="rId2"/>
                <a:stretch>
                  <a:fillRect l="-2128" t="-1724" r="-1277" b="-137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7" name="テキスト ボックス 626">
                <a:extLst>
                  <a:ext uri="{FF2B5EF4-FFF2-40B4-BE49-F238E27FC236}">
                    <a16:creationId xmlns:a16="http://schemas.microsoft.com/office/drawing/2014/main" id="{B22950F5-C745-D209-661C-FBDFDDA797E4}"/>
                  </a:ext>
                </a:extLst>
              </p:cNvPr>
              <p:cNvSpPr txBox="1"/>
              <p:nvPr/>
            </p:nvSpPr>
            <p:spPr>
              <a:xfrm>
                <a:off x="7418437" y="8110097"/>
                <a:ext cx="1914562" cy="384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n-US" altLang="ja-JP" sz="1200" b="0" i="0" smtClean="0">
                          <a:latin typeface="Cambria Math" panose="02040503050406030204" pitchFamily="18" charset="0"/>
                        </a:rPr>
                        <m:t>mIoU</m:t>
                      </m:r>
                      <m:r>
                        <a:rPr kumimoji="1" lang="en-US" altLang="ja-JP" sz="1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ja-JP" altLang="en-US" sz="1200" i="1" smtClean="0">
                              <a:latin typeface="Cambria Math" panose="02040503050406030204" pitchFamily="18" charset="0"/>
                            </a:rPr>
                            <m:t>クラス</m:t>
                          </m:r>
                          <m:r>
                            <a:rPr kumimoji="1" lang="ja-JP" altLang="en-US" sz="1200" i="1">
                              <a:latin typeface="Cambria Math" panose="02040503050406030204" pitchFamily="18" charset="0"/>
                            </a:rPr>
                            <m:t>別</m:t>
                          </m:r>
                          <m:r>
                            <m:rPr>
                              <m:sty m:val="p"/>
                            </m:rPr>
                            <a:rPr kumimoji="1" lang="en-US" altLang="ja-JP" sz="1200" b="0" i="0" smtClean="0">
                              <a:latin typeface="Cambria Math" panose="02040503050406030204" pitchFamily="18" charset="0"/>
                            </a:rPr>
                            <m:t>IoU</m:t>
                          </m:r>
                          <m:r>
                            <a:rPr kumimoji="1" lang="ja-JP" altLang="en-US" sz="1200" i="1">
                              <a:latin typeface="Cambria Math" panose="02040503050406030204" pitchFamily="18" charset="0"/>
                            </a:rPr>
                            <m:t>の</m:t>
                          </m:r>
                          <m:r>
                            <a:rPr kumimoji="1" lang="ja-JP" altLang="en-US" sz="1200" i="1" smtClean="0">
                              <a:latin typeface="Cambria Math" panose="02040503050406030204" pitchFamily="18" charset="0"/>
                            </a:rPr>
                            <m:t>合計</m:t>
                          </m:r>
                        </m:num>
                        <m:den>
                          <m:r>
                            <a:rPr kumimoji="1" lang="ja-JP" altLang="en-US" sz="1200" i="1">
                              <a:latin typeface="Cambria Math" panose="02040503050406030204" pitchFamily="18" charset="0"/>
                            </a:rPr>
                            <m:t>全クラス</m:t>
                          </m:r>
                          <m:r>
                            <a:rPr kumimoji="1" lang="ja-JP" altLang="en-US" sz="1200" i="1" smtClean="0">
                              <a:latin typeface="Cambria Math" panose="02040503050406030204" pitchFamily="18" charset="0"/>
                            </a:rPr>
                            <m:t>数</m:t>
                          </m:r>
                        </m:den>
                      </m:f>
                    </m:oMath>
                  </m:oMathPara>
                </a14:m>
                <a:endParaRPr kumimoji="1" lang="ja-JP" altLang="en-US" sz="120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mc:Choice>
        <mc:Fallback xmlns="">
          <p:sp>
            <p:nvSpPr>
              <p:cNvPr id="627" name="テキスト ボックス 626">
                <a:extLst>
                  <a:ext uri="{FF2B5EF4-FFF2-40B4-BE49-F238E27FC236}">
                    <a16:creationId xmlns:a16="http://schemas.microsoft.com/office/drawing/2014/main" id="{B22950F5-C745-D209-661C-FBDFDDA79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437" y="8110097"/>
                <a:ext cx="1914562" cy="384657"/>
              </a:xfrm>
              <a:prstGeom prst="rect">
                <a:avLst/>
              </a:prstGeom>
              <a:blipFill>
                <a:blip r:embed="rId3"/>
                <a:stretch>
                  <a:fillRect l="-1274" t="-4762" r="-2548" b="-206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51D28BD-33FD-026C-45F7-A54AF3F5EE8C}"/>
              </a:ext>
            </a:extLst>
          </p:cNvPr>
          <p:cNvSpPr/>
          <p:nvPr/>
        </p:nvSpPr>
        <p:spPr>
          <a:xfrm>
            <a:off x="1231526" y="628282"/>
            <a:ext cx="1809400" cy="13546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8C3D610-2FF7-38FA-FAC5-5F47B2431A7F}"/>
              </a:ext>
            </a:extLst>
          </p:cNvPr>
          <p:cNvSpPr/>
          <p:nvPr/>
        </p:nvSpPr>
        <p:spPr>
          <a:xfrm>
            <a:off x="3401814" y="653681"/>
            <a:ext cx="1809400" cy="13546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50D6268-83D4-4AF3-654E-2E02E5ACF9FA}"/>
              </a:ext>
            </a:extLst>
          </p:cNvPr>
          <p:cNvSpPr/>
          <p:nvPr/>
        </p:nvSpPr>
        <p:spPr>
          <a:xfrm>
            <a:off x="5653947" y="674848"/>
            <a:ext cx="1809400" cy="13546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EE86B07-41CC-A26F-1913-05CE19602DE1}"/>
              </a:ext>
            </a:extLst>
          </p:cNvPr>
          <p:cNvSpPr/>
          <p:nvPr/>
        </p:nvSpPr>
        <p:spPr>
          <a:xfrm>
            <a:off x="6040594" y="336241"/>
            <a:ext cx="1794933" cy="1354667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2D07497-3F1B-F25A-63D8-CB468132FD4C}"/>
              </a:ext>
            </a:extLst>
          </p:cNvPr>
          <p:cNvSpPr/>
          <p:nvPr/>
        </p:nvSpPr>
        <p:spPr>
          <a:xfrm>
            <a:off x="8105049" y="683314"/>
            <a:ext cx="1809400" cy="13546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5688586-82BA-D26E-1BBA-424A831E329A}"/>
              </a:ext>
            </a:extLst>
          </p:cNvPr>
          <p:cNvSpPr/>
          <p:nvPr/>
        </p:nvSpPr>
        <p:spPr>
          <a:xfrm>
            <a:off x="8779566" y="215109"/>
            <a:ext cx="1794933" cy="1354667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172DFC6-784B-3AB3-953F-FAC326C6C98D}"/>
              </a:ext>
            </a:extLst>
          </p:cNvPr>
          <p:cNvSpPr/>
          <p:nvPr/>
        </p:nvSpPr>
        <p:spPr>
          <a:xfrm>
            <a:off x="3593804" y="503148"/>
            <a:ext cx="1794933" cy="1354667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C014EDF-EFA6-CF35-08EF-C71621DA87FC}"/>
              </a:ext>
            </a:extLst>
          </p:cNvPr>
          <p:cNvSpPr/>
          <p:nvPr/>
        </p:nvSpPr>
        <p:spPr>
          <a:xfrm>
            <a:off x="1289651" y="582565"/>
            <a:ext cx="1794933" cy="1354667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FC826A6-310F-6BE7-898C-E096AC5127D3}"/>
              </a:ext>
            </a:extLst>
          </p:cNvPr>
          <p:cNvSpPr txBox="1"/>
          <p:nvPr/>
        </p:nvSpPr>
        <p:spPr>
          <a:xfrm>
            <a:off x="1697127" y="1135403"/>
            <a:ext cx="1035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IoU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=0.92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609629C-EF47-36BE-6E3B-3192A96E54CB}"/>
              </a:ext>
            </a:extLst>
          </p:cNvPr>
          <p:cNvSpPr txBox="1"/>
          <p:nvPr/>
        </p:nvSpPr>
        <p:spPr>
          <a:xfrm>
            <a:off x="3925037" y="1089980"/>
            <a:ext cx="1035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IoU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=0.78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39897DF-2DBF-6657-9DCA-E34135789FFF}"/>
              </a:ext>
            </a:extLst>
          </p:cNvPr>
          <p:cNvSpPr txBox="1"/>
          <p:nvPr/>
        </p:nvSpPr>
        <p:spPr>
          <a:xfrm>
            <a:off x="6289034" y="1004978"/>
            <a:ext cx="1035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IoU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=0.59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BE65DF4-8345-2C75-8355-F76FD8484C64}"/>
              </a:ext>
            </a:extLst>
          </p:cNvPr>
          <p:cNvSpPr txBox="1"/>
          <p:nvPr/>
        </p:nvSpPr>
        <p:spPr>
          <a:xfrm>
            <a:off x="8867136" y="954180"/>
            <a:ext cx="1035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IoU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=0.38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370BB35-86E0-98D3-F0D5-48C583FD3D42}"/>
              </a:ext>
            </a:extLst>
          </p:cNvPr>
          <p:cNvSpPr txBox="1"/>
          <p:nvPr/>
        </p:nvSpPr>
        <p:spPr>
          <a:xfrm>
            <a:off x="1769843" y="280419"/>
            <a:ext cx="6655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予測</a:t>
            </a:r>
            <a:r>
              <a:rPr kumimoji="1" lang="en-US" altLang="ja-JP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</a:t>
            </a:r>
            <a:endParaRPr kumimoji="1" lang="ja-JP" altLang="en-US" sz="1400" dirty="0">
              <a:solidFill>
                <a:schemeClr val="accent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EABB730-1B5F-6065-775B-D46DC2B4E528}"/>
              </a:ext>
            </a:extLst>
          </p:cNvPr>
          <p:cNvSpPr txBox="1"/>
          <p:nvPr/>
        </p:nvSpPr>
        <p:spPr>
          <a:xfrm>
            <a:off x="4206205" y="204219"/>
            <a:ext cx="663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予測</a:t>
            </a:r>
            <a:r>
              <a:rPr kumimoji="1" lang="en-US" altLang="ja-JP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</a:t>
            </a:r>
            <a:endParaRPr kumimoji="1" lang="ja-JP" altLang="en-US" sz="1400" dirty="0">
              <a:solidFill>
                <a:schemeClr val="accent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23DCABB-185C-F145-7DAB-2D3753C7FEFA}"/>
              </a:ext>
            </a:extLst>
          </p:cNvPr>
          <p:cNvSpPr txBox="1"/>
          <p:nvPr/>
        </p:nvSpPr>
        <p:spPr>
          <a:xfrm>
            <a:off x="6619176" y="37631"/>
            <a:ext cx="663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予測</a:t>
            </a:r>
            <a:r>
              <a:rPr kumimoji="1" lang="en-US" altLang="ja-JP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</a:t>
            </a:r>
            <a:endParaRPr kumimoji="1" lang="ja-JP" altLang="en-US" sz="1400" dirty="0">
              <a:solidFill>
                <a:schemeClr val="accent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0CAAA00-EEA0-9F49-5F52-C2FE2B2A98DF}"/>
              </a:ext>
            </a:extLst>
          </p:cNvPr>
          <p:cNvSpPr txBox="1"/>
          <p:nvPr/>
        </p:nvSpPr>
        <p:spPr>
          <a:xfrm>
            <a:off x="9379312" y="-59736"/>
            <a:ext cx="67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予測</a:t>
            </a:r>
            <a:r>
              <a:rPr kumimoji="1" lang="en-US" altLang="ja-JP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</a:t>
            </a:r>
            <a:endParaRPr kumimoji="1" lang="ja-JP" altLang="en-US" sz="1400" dirty="0">
              <a:solidFill>
                <a:schemeClr val="accent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7140D2C-C861-0E1D-0DA7-D02F314E4E92}"/>
              </a:ext>
            </a:extLst>
          </p:cNvPr>
          <p:cNvSpPr/>
          <p:nvPr/>
        </p:nvSpPr>
        <p:spPr>
          <a:xfrm>
            <a:off x="1218826" y="3287319"/>
            <a:ext cx="1809400" cy="13546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8" name="正方形/長方形 927">
            <a:extLst>
              <a:ext uri="{FF2B5EF4-FFF2-40B4-BE49-F238E27FC236}">
                <a16:creationId xmlns:a16="http://schemas.microsoft.com/office/drawing/2014/main" id="{3B86CEB5-6544-F5C4-3B5A-C56DF0BED3E7}"/>
              </a:ext>
            </a:extLst>
          </p:cNvPr>
          <p:cNvSpPr/>
          <p:nvPr/>
        </p:nvSpPr>
        <p:spPr>
          <a:xfrm>
            <a:off x="3389114" y="3312718"/>
            <a:ext cx="1809400" cy="13546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9" name="正方形/長方形 928">
            <a:extLst>
              <a:ext uri="{FF2B5EF4-FFF2-40B4-BE49-F238E27FC236}">
                <a16:creationId xmlns:a16="http://schemas.microsoft.com/office/drawing/2014/main" id="{A790331D-D5C3-E31D-BBFA-13907DB1BAC0}"/>
              </a:ext>
            </a:extLst>
          </p:cNvPr>
          <p:cNvSpPr/>
          <p:nvPr/>
        </p:nvSpPr>
        <p:spPr>
          <a:xfrm>
            <a:off x="5641247" y="3333885"/>
            <a:ext cx="1809400" cy="13546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0" name="正方形/長方形 929">
            <a:extLst>
              <a:ext uri="{FF2B5EF4-FFF2-40B4-BE49-F238E27FC236}">
                <a16:creationId xmlns:a16="http://schemas.microsoft.com/office/drawing/2014/main" id="{70892809-EA9F-5D0B-017E-99D02DAEE0F7}"/>
              </a:ext>
            </a:extLst>
          </p:cNvPr>
          <p:cNvSpPr/>
          <p:nvPr/>
        </p:nvSpPr>
        <p:spPr>
          <a:xfrm>
            <a:off x="6027894" y="2995278"/>
            <a:ext cx="1794933" cy="1354667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1" name="正方形/長方形 930">
            <a:extLst>
              <a:ext uri="{FF2B5EF4-FFF2-40B4-BE49-F238E27FC236}">
                <a16:creationId xmlns:a16="http://schemas.microsoft.com/office/drawing/2014/main" id="{8825DD3B-058D-EEBB-46FE-DCD8E325342B}"/>
              </a:ext>
            </a:extLst>
          </p:cNvPr>
          <p:cNvSpPr/>
          <p:nvPr/>
        </p:nvSpPr>
        <p:spPr>
          <a:xfrm>
            <a:off x="8092349" y="3342351"/>
            <a:ext cx="1809400" cy="13546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2" name="正方形/長方形 931">
            <a:extLst>
              <a:ext uri="{FF2B5EF4-FFF2-40B4-BE49-F238E27FC236}">
                <a16:creationId xmlns:a16="http://schemas.microsoft.com/office/drawing/2014/main" id="{883C02BC-F170-2989-4C38-73394E13EAA0}"/>
              </a:ext>
            </a:extLst>
          </p:cNvPr>
          <p:cNvSpPr/>
          <p:nvPr/>
        </p:nvSpPr>
        <p:spPr>
          <a:xfrm>
            <a:off x="8766866" y="2874146"/>
            <a:ext cx="1794933" cy="1354667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3" name="正方形/長方形 932">
            <a:extLst>
              <a:ext uri="{FF2B5EF4-FFF2-40B4-BE49-F238E27FC236}">
                <a16:creationId xmlns:a16="http://schemas.microsoft.com/office/drawing/2014/main" id="{20D1164E-5CB0-3053-5C8E-A65DF30C26C3}"/>
              </a:ext>
            </a:extLst>
          </p:cNvPr>
          <p:cNvSpPr/>
          <p:nvPr/>
        </p:nvSpPr>
        <p:spPr>
          <a:xfrm>
            <a:off x="3581104" y="3162185"/>
            <a:ext cx="1794933" cy="1354667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4" name="正方形/長方形 933">
            <a:extLst>
              <a:ext uri="{FF2B5EF4-FFF2-40B4-BE49-F238E27FC236}">
                <a16:creationId xmlns:a16="http://schemas.microsoft.com/office/drawing/2014/main" id="{8062F22D-D5BE-ACED-C6A9-BAFC9EE769A3}"/>
              </a:ext>
            </a:extLst>
          </p:cNvPr>
          <p:cNvSpPr/>
          <p:nvPr/>
        </p:nvSpPr>
        <p:spPr>
          <a:xfrm>
            <a:off x="1276951" y="3241602"/>
            <a:ext cx="1794933" cy="1354667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5" name="テキスト ボックス 934">
            <a:extLst>
              <a:ext uri="{FF2B5EF4-FFF2-40B4-BE49-F238E27FC236}">
                <a16:creationId xmlns:a16="http://schemas.microsoft.com/office/drawing/2014/main" id="{C97E77A1-52D9-FE92-888F-4016854CAA4E}"/>
              </a:ext>
            </a:extLst>
          </p:cNvPr>
          <p:cNvSpPr txBox="1"/>
          <p:nvPr/>
        </p:nvSpPr>
        <p:spPr>
          <a:xfrm>
            <a:off x="1684427" y="3794440"/>
            <a:ext cx="1035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IoU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=0.92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36" name="テキスト ボックス 935">
            <a:extLst>
              <a:ext uri="{FF2B5EF4-FFF2-40B4-BE49-F238E27FC236}">
                <a16:creationId xmlns:a16="http://schemas.microsoft.com/office/drawing/2014/main" id="{1CA21EA3-5A6D-8916-F6C3-D64CC30D153A}"/>
              </a:ext>
            </a:extLst>
          </p:cNvPr>
          <p:cNvSpPr txBox="1"/>
          <p:nvPr/>
        </p:nvSpPr>
        <p:spPr>
          <a:xfrm>
            <a:off x="3912337" y="3749017"/>
            <a:ext cx="1035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IoU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=0.78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37" name="テキスト ボックス 936">
            <a:extLst>
              <a:ext uri="{FF2B5EF4-FFF2-40B4-BE49-F238E27FC236}">
                <a16:creationId xmlns:a16="http://schemas.microsoft.com/office/drawing/2014/main" id="{5A9FFB71-5C04-60AE-AF4F-147FEF7C1150}"/>
              </a:ext>
            </a:extLst>
          </p:cNvPr>
          <p:cNvSpPr txBox="1"/>
          <p:nvPr/>
        </p:nvSpPr>
        <p:spPr>
          <a:xfrm>
            <a:off x="6276334" y="3664015"/>
            <a:ext cx="1035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IoU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=0.59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38" name="テキスト ボックス 937">
            <a:extLst>
              <a:ext uri="{FF2B5EF4-FFF2-40B4-BE49-F238E27FC236}">
                <a16:creationId xmlns:a16="http://schemas.microsoft.com/office/drawing/2014/main" id="{B6ECBE39-8605-997D-474B-C7DC870B8673}"/>
              </a:ext>
            </a:extLst>
          </p:cNvPr>
          <p:cNvSpPr txBox="1"/>
          <p:nvPr/>
        </p:nvSpPr>
        <p:spPr>
          <a:xfrm>
            <a:off x="8854436" y="3613217"/>
            <a:ext cx="1035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IoU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=0.38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39" name="テキスト ボックス 938">
            <a:extLst>
              <a:ext uri="{FF2B5EF4-FFF2-40B4-BE49-F238E27FC236}">
                <a16:creationId xmlns:a16="http://schemas.microsoft.com/office/drawing/2014/main" id="{8007EE72-D773-D779-76B5-D448D4D9B0DA}"/>
              </a:ext>
            </a:extLst>
          </p:cNvPr>
          <p:cNvSpPr txBox="1"/>
          <p:nvPr/>
        </p:nvSpPr>
        <p:spPr>
          <a:xfrm>
            <a:off x="1757143" y="2939456"/>
            <a:ext cx="6655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予測</a:t>
            </a:r>
            <a:r>
              <a:rPr kumimoji="1" lang="en-US" altLang="ja-JP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</a:t>
            </a:r>
            <a:endParaRPr kumimoji="1" lang="ja-JP" altLang="en-US" sz="1400" dirty="0">
              <a:solidFill>
                <a:schemeClr val="accent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40" name="テキスト ボックス 939">
            <a:extLst>
              <a:ext uri="{FF2B5EF4-FFF2-40B4-BE49-F238E27FC236}">
                <a16:creationId xmlns:a16="http://schemas.microsoft.com/office/drawing/2014/main" id="{939D7B8D-2C8A-AC18-8698-721EE990591E}"/>
              </a:ext>
            </a:extLst>
          </p:cNvPr>
          <p:cNvSpPr txBox="1"/>
          <p:nvPr/>
        </p:nvSpPr>
        <p:spPr>
          <a:xfrm>
            <a:off x="4193505" y="2863256"/>
            <a:ext cx="663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予測</a:t>
            </a:r>
            <a:r>
              <a:rPr kumimoji="1" lang="en-US" altLang="ja-JP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</a:t>
            </a:r>
            <a:endParaRPr kumimoji="1" lang="ja-JP" altLang="en-US" sz="1400" dirty="0">
              <a:solidFill>
                <a:schemeClr val="accent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41" name="テキスト ボックス 940">
            <a:extLst>
              <a:ext uri="{FF2B5EF4-FFF2-40B4-BE49-F238E27FC236}">
                <a16:creationId xmlns:a16="http://schemas.microsoft.com/office/drawing/2014/main" id="{41B7592A-3564-E49F-21CC-7A6D047D734D}"/>
              </a:ext>
            </a:extLst>
          </p:cNvPr>
          <p:cNvSpPr txBox="1"/>
          <p:nvPr/>
        </p:nvSpPr>
        <p:spPr>
          <a:xfrm>
            <a:off x="6606476" y="2696668"/>
            <a:ext cx="663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予測</a:t>
            </a:r>
            <a:r>
              <a:rPr kumimoji="1" lang="en-US" altLang="ja-JP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</a:t>
            </a:r>
            <a:endParaRPr kumimoji="1" lang="ja-JP" altLang="en-US" sz="1400" dirty="0">
              <a:solidFill>
                <a:schemeClr val="accent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42" name="テキスト ボックス 941">
            <a:extLst>
              <a:ext uri="{FF2B5EF4-FFF2-40B4-BE49-F238E27FC236}">
                <a16:creationId xmlns:a16="http://schemas.microsoft.com/office/drawing/2014/main" id="{E6777506-70E7-81CB-68D9-AEFF6C83C868}"/>
              </a:ext>
            </a:extLst>
          </p:cNvPr>
          <p:cNvSpPr txBox="1"/>
          <p:nvPr/>
        </p:nvSpPr>
        <p:spPr>
          <a:xfrm>
            <a:off x="9366612" y="2586601"/>
            <a:ext cx="67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予測</a:t>
            </a:r>
            <a:r>
              <a:rPr kumimoji="1" lang="en-US" altLang="ja-JP" sz="14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</a:t>
            </a:r>
            <a:endParaRPr kumimoji="1" lang="ja-JP" altLang="en-US" sz="1400" dirty="0">
              <a:solidFill>
                <a:schemeClr val="accent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35922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17192</TotalTime>
  <Words>156</Words>
  <Application>Microsoft Office PowerPoint</Application>
  <PresentationFormat>ワイド画面</PresentationFormat>
  <Paragraphs>54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Meiryo UI</vt:lpstr>
      <vt:lpstr>Aptos</vt:lpstr>
      <vt:lpstr>Aptos Display</vt:lpstr>
      <vt:lpstr>Arial</vt:lpstr>
      <vt:lpstr>Cambria Math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弘憲 古川</cp:lastModifiedBy>
  <cp:revision>343</cp:revision>
  <dcterms:created xsi:type="dcterms:W3CDTF">2026-08-22T06:03:42Z</dcterms:created>
  <dcterms:modified xsi:type="dcterms:W3CDTF">2026-10-26T23:15:10Z</dcterms:modified>
</cp:coreProperties>
</file>